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0" r:id="rId3"/>
    <p:sldId id="259" r:id="rId5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5B0F5"/>
    <a:srgbClr val="D3E9F4"/>
    <a:srgbClr val="F9ACAE"/>
    <a:srgbClr val="FEEBF1"/>
    <a:srgbClr val="FCCF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3" Type="http://schemas.openxmlformats.org/officeDocument/2006/relationships/notesSlide" Target="../notesSlides/notesSlide2.x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25.png"/><Relationship Id="rId20" Type="http://schemas.openxmlformats.org/officeDocument/2006/relationships/image" Target="../media/image24.png"/><Relationship Id="rId2" Type="http://schemas.openxmlformats.org/officeDocument/2006/relationships/image" Target="../media/image6.png"/><Relationship Id="rId19" Type="http://schemas.openxmlformats.org/officeDocument/2006/relationships/image" Target="../media/image23.png"/><Relationship Id="rId18" Type="http://schemas.openxmlformats.org/officeDocument/2006/relationships/image" Target="../media/image22.png"/><Relationship Id="rId17" Type="http://schemas.openxmlformats.org/officeDocument/2006/relationships/image" Target="../media/image21.png"/><Relationship Id="rId16" Type="http://schemas.openxmlformats.org/officeDocument/2006/relationships/image" Target="../media/image20.png"/><Relationship Id="rId15" Type="http://schemas.openxmlformats.org/officeDocument/2006/relationships/image" Target="../media/image19.png"/><Relationship Id="rId14" Type="http://schemas.openxmlformats.org/officeDocument/2006/relationships/image" Target="../media/image18.png"/><Relationship Id="rId13" Type="http://schemas.openxmlformats.org/officeDocument/2006/relationships/image" Target="../media/image17.png"/><Relationship Id="rId12" Type="http://schemas.openxmlformats.org/officeDocument/2006/relationships/image" Target="../media/image16.png"/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圆角矩形 10"/>
          <p:cNvSpPr/>
          <p:nvPr/>
        </p:nvSpPr>
        <p:spPr>
          <a:xfrm>
            <a:off x="3469005" y="1800860"/>
            <a:ext cx="1120775" cy="60007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22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111125" y="59055"/>
            <a:ext cx="2451735" cy="12319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508000" y="70485"/>
            <a:ext cx="17526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/>
              <a:t>Evaluation Agent</a:t>
            </a:r>
            <a:endParaRPr lang="en-US" altLang="zh-CN" sz="1600" b="1"/>
          </a:p>
        </p:txBody>
      </p:sp>
      <p:sp>
        <p:nvSpPr>
          <p:cNvPr id="42" name="矩形 41"/>
          <p:cNvSpPr/>
          <p:nvPr/>
        </p:nvSpPr>
        <p:spPr>
          <a:xfrm>
            <a:off x="226060" y="395605"/>
            <a:ext cx="954000" cy="8515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1492885" y="395605"/>
            <a:ext cx="953135" cy="8515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1459230" y="509905"/>
            <a:ext cx="1022985" cy="662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Feedback Generation</a:t>
            </a:r>
            <a:endParaRPr 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91770" y="509905"/>
            <a:ext cx="104330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1" algn="ctr"/>
            <a:r>
              <a:rPr 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Quality Assessment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10490" y="2201545"/>
            <a:ext cx="2453005" cy="1231900"/>
          </a:xfrm>
          <a:prstGeom prst="rect">
            <a:avLst/>
          </a:prstGeom>
          <a:solidFill>
            <a:srgbClr val="FEEBF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631825" y="2212975"/>
            <a:ext cx="16021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/>
              <a:t>Manager Agent</a:t>
            </a:r>
            <a:endParaRPr lang="en-US" altLang="zh-CN" sz="1600" b="1"/>
          </a:p>
        </p:txBody>
      </p:sp>
      <p:sp>
        <p:nvSpPr>
          <p:cNvPr id="55" name="矩形 54"/>
          <p:cNvSpPr/>
          <p:nvPr/>
        </p:nvSpPr>
        <p:spPr>
          <a:xfrm>
            <a:off x="226060" y="2538095"/>
            <a:ext cx="954405" cy="851535"/>
          </a:xfrm>
          <a:prstGeom prst="rect">
            <a:avLst/>
          </a:prstGeom>
          <a:solidFill>
            <a:srgbClr val="F9ACA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1492885" y="2538095"/>
            <a:ext cx="953135" cy="851535"/>
          </a:xfrm>
          <a:prstGeom prst="rect">
            <a:avLst/>
          </a:prstGeom>
          <a:solidFill>
            <a:srgbClr val="F9ACA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1474470" y="2652395"/>
            <a:ext cx="1022985" cy="662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Feedback Integration</a:t>
            </a:r>
            <a:endParaRPr 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275590" y="2599690"/>
            <a:ext cx="1016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Task </a:t>
            </a:r>
            <a:endParaRPr lang="en-US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en-US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Assignment</a:t>
            </a:r>
            <a:endParaRPr lang="en-US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en-US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&amp;</a:t>
            </a:r>
            <a:endParaRPr lang="en-US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en-US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Coordination</a:t>
            </a:r>
            <a:endParaRPr lang="en-US" altLang="en-US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11125" y="4037330"/>
            <a:ext cx="2459990" cy="1231900"/>
          </a:xfrm>
          <a:prstGeom prst="rect">
            <a:avLst/>
          </a:prstGeom>
          <a:solidFill>
            <a:srgbClr val="D3E9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294640" y="4046855"/>
            <a:ext cx="2200910" cy="332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/>
              <a:t>Graph Perception Agent  </a:t>
            </a:r>
            <a:endParaRPr lang="en-US" altLang="zh-CN" sz="1600" b="1"/>
          </a:p>
        </p:txBody>
      </p:sp>
      <p:sp>
        <p:nvSpPr>
          <p:cNvPr id="61" name="矩形 60"/>
          <p:cNvSpPr/>
          <p:nvPr/>
        </p:nvSpPr>
        <p:spPr>
          <a:xfrm>
            <a:off x="226060" y="4373880"/>
            <a:ext cx="953770" cy="851535"/>
          </a:xfrm>
          <a:prstGeom prst="rect">
            <a:avLst/>
          </a:prstGeom>
          <a:solidFill>
            <a:srgbClr val="95B0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1492885" y="4373880"/>
            <a:ext cx="953135" cy="851535"/>
          </a:xfrm>
          <a:prstGeom prst="rect">
            <a:avLst/>
          </a:prstGeom>
          <a:solidFill>
            <a:srgbClr val="95B0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/>
        </p:nvSpPr>
        <p:spPr>
          <a:xfrm>
            <a:off x="1459230" y="4490720"/>
            <a:ext cx="1022985" cy="662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Feedback Generation</a:t>
            </a:r>
            <a:endParaRPr lang="en-US" sz="1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191770" y="4508500"/>
            <a:ext cx="104330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1" algn="ctr"/>
            <a:r>
              <a:rPr 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Quality Assessment</a:t>
            </a:r>
            <a:endParaRPr 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110490" y="5463540"/>
            <a:ext cx="2461260" cy="12319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47955" y="5474970"/>
            <a:ext cx="24631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/>
              <a:t>Graph Enhancement Agent</a:t>
            </a:r>
            <a:endParaRPr lang="en-US" altLang="zh-CN" sz="1600" b="1"/>
          </a:p>
        </p:txBody>
      </p:sp>
      <p:sp>
        <p:nvSpPr>
          <p:cNvPr id="67" name="矩形 66"/>
          <p:cNvSpPr/>
          <p:nvPr/>
        </p:nvSpPr>
        <p:spPr>
          <a:xfrm>
            <a:off x="226060" y="5800090"/>
            <a:ext cx="953770" cy="85153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1492885" y="5800090"/>
            <a:ext cx="953135" cy="85153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文本框 68"/>
          <p:cNvSpPr txBox="1"/>
          <p:nvPr/>
        </p:nvSpPr>
        <p:spPr>
          <a:xfrm>
            <a:off x="1397000" y="5942965"/>
            <a:ext cx="1184910" cy="662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Structure Enhancement</a:t>
            </a:r>
            <a:endParaRPr lang="en-US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110490" y="5914390"/>
            <a:ext cx="12293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Text Generation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71" name="直接箭头连接符 70"/>
          <p:cNvCxnSpPr/>
          <p:nvPr/>
        </p:nvCxnSpPr>
        <p:spPr>
          <a:xfrm flipH="1">
            <a:off x="1307465" y="1676400"/>
            <a:ext cx="3175" cy="4921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593725" y="1293495"/>
            <a:ext cx="1471930" cy="382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 b="1"/>
              <a:t>Quality Feedback</a:t>
            </a:r>
            <a:endParaRPr lang="en-US" altLang="zh-CN" sz="1200" b="1"/>
          </a:p>
          <a:p>
            <a:r>
              <a:rPr lang="en-US" altLang="zh-CN" sz="800" b="1"/>
              <a:t>(</a:t>
            </a:r>
            <a:endParaRPr lang="en-US" altLang="zh-CN" sz="800" b="1"/>
          </a:p>
        </p:txBody>
      </p:sp>
      <p:cxnSp>
        <p:nvCxnSpPr>
          <p:cNvPr id="73" name="直接箭头连接符 72"/>
          <p:cNvCxnSpPr/>
          <p:nvPr/>
        </p:nvCxnSpPr>
        <p:spPr>
          <a:xfrm flipV="1">
            <a:off x="1971040" y="1438910"/>
            <a:ext cx="715010" cy="3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5" name="文本框 74"/>
          <p:cNvSpPr txBox="1"/>
          <p:nvPr/>
        </p:nvSpPr>
        <p:spPr>
          <a:xfrm>
            <a:off x="1366520" y="1771650"/>
            <a:ext cx="440690" cy="280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 b="1"/>
              <a:t>Fail</a:t>
            </a:r>
            <a:endParaRPr lang="en-US" altLang="zh-CN" sz="1200" b="1"/>
          </a:p>
        </p:txBody>
      </p:sp>
      <p:sp>
        <p:nvSpPr>
          <p:cNvPr id="76" name="文本框 75"/>
          <p:cNvSpPr txBox="1"/>
          <p:nvPr/>
        </p:nvSpPr>
        <p:spPr>
          <a:xfrm>
            <a:off x="2065655" y="1409700"/>
            <a:ext cx="513080" cy="242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 b="1"/>
              <a:t>Pass</a:t>
            </a:r>
            <a:endParaRPr lang="en-US" altLang="zh-CN" sz="1200" b="1"/>
          </a:p>
        </p:txBody>
      </p:sp>
      <p:cxnSp>
        <p:nvCxnSpPr>
          <p:cNvPr id="77" name="直接箭头连接符 76"/>
          <p:cNvCxnSpPr/>
          <p:nvPr/>
        </p:nvCxnSpPr>
        <p:spPr>
          <a:xfrm flipH="1">
            <a:off x="1459230" y="3429635"/>
            <a:ext cx="5080" cy="6083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/>
        </p:nvSpPr>
        <p:spPr>
          <a:xfrm>
            <a:off x="832485" y="3429635"/>
            <a:ext cx="12331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/>
              <a:t>Task Assignment</a:t>
            </a:r>
            <a:endParaRPr lang="en-US" altLang="zh-CN" sz="1200" b="1"/>
          </a:p>
        </p:txBody>
      </p:sp>
      <p:sp>
        <p:nvSpPr>
          <p:cNvPr id="110" name="文本框 109"/>
          <p:cNvSpPr txBox="1"/>
          <p:nvPr/>
        </p:nvSpPr>
        <p:spPr>
          <a:xfrm>
            <a:off x="3237230" y="5722620"/>
            <a:ext cx="748665" cy="202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Input Data</a:t>
            </a:r>
            <a:endParaRPr lang="en-US" altLang="zh-CN" sz="1000"/>
          </a:p>
        </p:txBody>
      </p:sp>
      <p:cxnSp>
        <p:nvCxnSpPr>
          <p:cNvPr id="112" name="直接箭头连接符 111"/>
          <p:cNvCxnSpPr/>
          <p:nvPr/>
        </p:nvCxnSpPr>
        <p:spPr>
          <a:xfrm flipV="1">
            <a:off x="3970020" y="6161405"/>
            <a:ext cx="698500" cy="3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3" name="文本框 112"/>
          <p:cNvSpPr txBox="1"/>
          <p:nvPr/>
        </p:nvSpPr>
        <p:spPr>
          <a:xfrm>
            <a:off x="4023995" y="5932805"/>
            <a:ext cx="590550" cy="182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prompt</a:t>
            </a:r>
            <a:endParaRPr lang="en-US" altLang="zh-CN" sz="1000"/>
          </a:p>
        </p:txBody>
      </p:sp>
      <p:pic>
        <p:nvPicPr>
          <p:cNvPr id="115" name="图片 1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2970" y="5819140"/>
            <a:ext cx="358775" cy="358775"/>
          </a:xfrm>
          <a:prstGeom prst="rect">
            <a:avLst/>
          </a:prstGeom>
        </p:spPr>
      </p:pic>
      <p:sp>
        <p:nvSpPr>
          <p:cNvPr id="116" name="圆角矩形 115"/>
          <p:cNvSpPr/>
          <p:nvPr/>
        </p:nvSpPr>
        <p:spPr>
          <a:xfrm>
            <a:off x="4718685" y="5814060"/>
            <a:ext cx="356400" cy="355600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7" name="文本框 116"/>
          <p:cNvSpPr txBox="1"/>
          <p:nvPr/>
        </p:nvSpPr>
        <p:spPr>
          <a:xfrm>
            <a:off x="4668520" y="6155055"/>
            <a:ext cx="454660" cy="203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/>
              <a:t>LLM</a:t>
            </a:r>
            <a:endParaRPr lang="en-US" altLang="zh-CN" sz="1200"/>
          </a:p>
        </p:txBody>
      </p:sp>
      <p:cxnSp>
        <p:nvCxnSpPr>
          <p:cNvPr id="118" name="直接箭头连接符 117"/>
          <p:cNvCxnSpPr/>
          <p:nvPr/>
        </p:nvCxnSpPr>
        <p:spPr>
          <a:xfrm>
            <a:off x="5140325" y="6160135"/>
            <a:ext cx="479425" cy="635"/>
          </a:xfrm>
          <a:prstGeom prst="straightConnector1">
            <a:avLst/>
          </a:prstGeom>
          <a:ln w="15875" cmpd="sng">
            <a:solidFill>
              <a:schemeClr val="accent1">
                <a:shade val="50000"/>
              </a:schemeClr>
            </a:solidFill>
            <a:prstDash val="lg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9" name="文本框 118"/>
          <p:cNvSpPr txBox="1"/>
          <p:nvPr/>
        </p:nvSpPr>
        <p:spPr>
          <a:xfrm>
            <a:off x="5619750" y="5897880"/>
            <a:ext cx="9512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/>
              <a:t>Genetate New Nodes</a:t>
            </a:r>
            <a:endParaRPr lang="en-US" altLang="zh-CN" sz="1200" b="1"/>
          </a:p>
        </p:txBody>
      </p:sp>
      <p:cxnSp>
        <p:nvCxnSpPr>
          <p:cNvPr id="216" name="直接箭头连接符 215"/>
          <p:cNvCxnSpPr/>
          <p:nvPr/>
        </p:nvCxnSpPr>
        <p:spPr>
          <a:xfrm flipH="1">
            <a:off x="2571750" y="379730"/>
            <a:ext cx="283210" cy="717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7" name="文本框 216"/>
          <p:cNvSpPr txBox="1"/>
          <p:nvPr/>
        </p:nvSpPr>
        <p:spPr>
          <a:xfrm>
            <a:off x="2720975" y="1218565"/>
            <a:ext cx="25196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/>
              <a:t>Generate embeddings of nodes:x_0</a:t>
            </a:r>
            <a:endParaRPr lang="en-US" altLang="zh-CN" sz="1200" b="1"/>
          </a:p>
        </p:txBody>
      </p:sp>
      <p:sp>
        <p:nvSpPr>
          <p:cNvPr id="218" name="文本框 217"/>
          <p:cNvSpPr txBox="1"/>
          <p:nvPr/>
        </p:nvSpPr>
        <p:spPr>
          <a:xfrm>
            <a:off x="2799080" y="1494155"/>
            <a:ext cx="2543810" cy="241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h=(w x_0 +w _x1 +w_x_2)......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21" name="直接箭头连接符 220"/>
          <p:cNvCxnSpPr/>
          <p:nvPr/>
        </p:nvCxnSpPr>
        <p:spPr>
          <a:xfrm flipV="1">
            <a:off x="2620010" y="6164580"/>
            <a:ext cx="698500" cy="3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2" name="直接箭头连接符 221"/>
          <p:cNvCxnSpPr/>
          <p:nvPr/>
        </p:nvCxnSpPr>
        <p:spPr>
          <a:xfrm flipV="1">
            <a:off x="2620010" y="4730750"/>
            <a:ext cx="698500" cy="3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0" name="直接箭头连接符 329"/>
          <p:cNvCxnSpPr/>
          <p:nvPr/>
        </p:nvCxnSpPr>
        <p:spPr>
          <a:xfrm flipV="1">
            <a:off x="4097020" y="4720590"/>
            <a:ext cx="417830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380105" y="5936615"/>
            <a:ext cx="466725" cy="4508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623310" y="1888490"/>
            <a:ext cx="187200" cy="1873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22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836670" y="1888490"/>
            <a:ext cx="187200" cy="1873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22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050030" y="1888490"/>
            <a:ext cx="187200" cy="1873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22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264025" y="1888490"/>
            <a:ext cx="187200" cy="1873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22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23310" y="2122170"/>
            <a:ext cx="187200" cy="187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22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836670" y="2122170"/>
            <a:ext cx="187200" cy="187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050030" y="2122170"/>
            <a:ext cx="187200" cy="187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22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264025" y="2122170"/>
            <a:ext cx="187200" cy="187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936875" y="1947545"/>
            <a:ext cx="4794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x_0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2839085" y="86360"/>
            <a:ext cx="4022725" cy="5793740"/>
          </a:xfrm>
          <a:custGeom>
            <a:avLst/>
            <a:gdLst>
              <a:gd name="connisteX0" fmla="*/ 3587750 w 4022606"/>
              <a:gd name="connsiteY0" fmla="*/ 5793834 h 5793834"/>
              <a:gd name="connisteX1" fmla="*/ 3949700 w 4022606"/>
              <a:gd name="connsiteY1" fmla="*/ 4657184 h 5793834"/>
              <a:gd name="connisteX2" fmla="*/ 3981450 w 4022606"/>
              <a:gd name="connsiteY2" fmla="*/ 2968084 h 5793834"/>
              <a:gd name="connisteX3" fmla="*/ 3606800 w 4022606"/>
              <a:gd name="connsiteY3" fmla="*/ 1634584 h 5793834"/>
              <a:gd name="connisteX4" fmla="*/ 2914650 w 4022606"/>
              <a:gd name="connsiteY4" fmla="*/ 567784 h 5793834"/>
              <a:gd name="connisteX5" fmla="*/ 2000250 w 4022606"/>
              <a:gd name="connsiteY5" fmla="*/ 78834 h 5793834"/>
              <a:gd name="connisteX6" fmla="*/ 1130300 w 4022606"/>
              <a:gd name="connsiteY6" fmla="*/ 34384 h 5793834"/>
              <a:gd name="connisteX7" fmla="*/ 0 w 4022606"/>
              <a:gd name="connsiteY7" fmla="*/ 294734 h 579383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</a:cxnLst>
            <a:rect l="l" t="t" r="r" b="b"/>
            <a:pathLst>
              <a:path w="4022607" h="5793834">
                <a:moveTo>
                  <a:pt x="3587750" y="5793834"/>
                </a:moveTo>
                <a:cubicBezTo>
                  <a:pt x="3659505" y="5600159"/>
                  <a:pt x="3870960" y="5222334"/>
                  <a:pt x="3949700" y="4657184"/>
                </a:cubicBezTo>
                <a:cubicBezTo>
                  <a:pt x="4028440" y="4092034"/>
                  <a:pt x="4050030" y="3572604"/>
                  <a:pt x="3981450" y="2968084"/>
                </a:cubicBezTo>
                <a:cubicBezTo>
                  <a:pt x="3912870" y="2363564"/>
                  <a:pt x="3820160" y="2114644"/>
                  <a:pt x="3606800" y="1634584"/>
                </a:cubicBezTo>
                <a:cubicBezTo>
                  <a:pt x="3393440" y="1154524"/>
                  <a:pt x="3235960" y="878934"/>
                  <a:pt x="2914650" y="567784"/>
                </a:cubicBezTo>
                <a:cubicBezTo>
                  <a:pt x="2593340" y="256634"/>
                  <a:pt x="2357120" y="185514"/>
                  <a:pt x="2000250" y="78834"/>
                </a:cubicBezTo>
                <a:cubicBezTo>
                  <a:pt x="1643380" y="-27846"/>
                  <a:pt x="1530350" y="-8796"/>
                  <a:pt x="1130300" y="34384"/>
                </a:cubicBezTo>
                <a:cubicBezTo>
                  <a:pt x="730250" y="77564"/>
                  <a:pt x="208915" y="242029"/>
                  <a:pt x="0" y="294734"/>
                </a:cubicBezTo>
              </a:path>
            </a:pathLst>
          </a:cu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 descr="机器人 卡通 (94)_爱给网_aigei_com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670" y="198120"/>
            <a:ext cx="434975" cy="434975"/>
          </a:xfrm>
          <a:prstGeom prst="rect">
            <a:avLst/>
          </a:prstGeom>
        </p:spPr>
      </p:pic>
      <p:pic>
        <p:nvPicPr>
          <p:cNvPr id="17" name="图片 16" descr="机器人 卡通 (94)_爱给网_aigei_com (1)"/>
          <p:cNvPicPr>
            <a:picLocks noChangeAspect="1"/>
          </p:cNvPicPr>
          <p:nvPr/>
        </p:nvPicPr>
        <p:blipFill>
          <a:blip r:embed="rId2">
            <a:alphaModFix amt="29000"/>
          </a:blip>
          <a:stretch>
            <a:fillRect/>
          </a:stretch>
        </p:blipFill>
        <p:spPr>
          <a:xfrm>
            <a:off x="886460" y="345440"/>
            <a:ext cx="901700" cy="901700"/>
          </a:xfrm>
          <a:prstGeom prst="rect">
            <a:avLst/>
          </a:prstGeom>
        </p:spPr>
      </p:pic>
      <p:pic>
        <p:nvPicPr>
          <p:cNvPr id="18" name="图片 17" descr="机器人 卡通 (94)_爱给网_aigei_com (1)"/>
          <p:cNvPicPr>
            <a:picLocks noChangeAspect="1"/>
          </p:cNvPicPr>
          <p:nvPr/>
        </p:nvPicPr>
        <p:blipFill>
          <a:blip r:embed="rId2">
            <a:alphaModFix amt="29000"/>
          </a:blip>
          <a:stretch>
            <a:fillRect/>
          </a:stretch>
        </p:blipFill>
        <p:spPr>
          <a:xfrm>
            <a:off x="886460" y="5749925"/>
            <a:ext cx="901700" cy="901700"/>
          </a:xfrm>
          <a:prstGeom prst="rect">
            <a:avLst/>
          </a:prstGeom>
        </p:spPr>
      </p:pic>
      <p:pic>
        <p:nvPicPr>
          <p:cNvPr id="19" name="图片 18" descr="机器人 卡通 (94)_爱给网_aigei_com (1)"/>
          <p:cNvPicPr>
            <a:picLocks noChangeAspect="1"/>
          </p:cNvPicPr>
          <p:nvPr/>
        </p:nvPicPr>
        <p:blipFill>
          <a:blip r:embed="rId2">
            <a:alphaModFix amt="29000"/>
          </a:blip>
          <a:stretch>
            <a:fillRect/>
          </a:stretch>
        </p:blipFill>
        <p:spPr>
          <a:xfrm>
            <a:off x="886460" y="4318635"/>
            <a:ext cx="901700" cy="901700"/>
          </a:xfrm>
          <a:prstGeom prst="rect">
            <a:avLst/>
          </a:prstGeom>
        </p:spPr>
      </p:pic>
      <p:pic>
        <p:nvPicPr>
          <p:cNvPr id="20" name="图片 19" descr="机器人 卡通 (94)_爱给网_aigei_com (1)"/>
          <p:cNvPicPr>
            <a:picLocks noChangeAspect="1"/>
          </p:cNvPicPr>
          <p:nvPr/>
        </p:nvPicPr>
        <p:blipFill>
          <a:blip r:embed="rId2">
            <a:alphaModFix amt="29000"/>
          </a:blip>
          <a:stretch>
            <a:fillRect/>
          </a:stretch>
        </p:blipFill>
        <p:spPr>
          <a:xfrm>
            <a:off x="886460" y="2487930"/>
            <a:ext cx="901700" cy="901700"/>
          </a:xfrm>
          <a:prstGeom prst="rect">
            <a:avLst/>
          </a:prstGeom>
        </p:spPr>
      </p:pic>
      <p:pic>
        <p:nvPicPr>
          <p:cNvPr id="23" name="图片 22" descr="35161458b018bad716319475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550" y="2764155"/>
            <a:ext cx="839470" cy="839470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3380105" y="4403725"/>
            <a:ext cx="640800" cy="6400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4582160" y="4347210"/>
            <a:ext cx="385200" cy="3867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4709160" y="4474210"/>
            <a:ext cx="385200" cy="3867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4836160" y="4601210"/>
            <a:ext cx="385200" cy="3867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4963160" y="4728210"/>
            <a:ext cx="385200" cy="38671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5090160" y="4855210"/>
            <a:ext cx="385200" cy="3867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/>
          <p:nvPr/>
        </p:nvPicPr>
        <p:blipFill>
          <a:blip r:embed="rId4"/>
          <a:stretch>
            <a:fillRect/>
          </a:stretch>
        </p:blipFill>
        <p:spPr>
          <a:xfrm>
            <a:off x="6640195" y="804545"/>
            <a:ext cx="5173345" cy="15963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5" name="图片 8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1550" y="2865120"/>
            <a:ext cx="787400" cy="895350"/>
          </a:xfrm>
          <a:prstGeom prst="rect">
            <a:avLst/>
          </a:prstGeom>
        </p:spPr>
      </p:pic>
      <p:sp>
        <p:nvSpPr>
          <p:cNvPr id="21" name="椭圆 20"/>
          <p:cNvSpPr/>
          <p:nvPr/>
        </p:nvSpPr>
        <p:spPr>
          <a:xfrm>
            <a:off x="9977120" y="3234690"/>
            <a:ext cx="156210" cy="1548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9794875" y="3079750"/>
            <a:ext cx="156210" cy="1548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10400665" y="2865120"/>
            <a:ext cx="156210" cy="1548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椭圆 46"/>
          <p:cNvSpPr/>
          <p:nvPr/>
        </p:nvSpPr>
        <p:spPr>
          <a:xfrm>
            <a:off x="9794875" y="3481705"/>
            <a:ext cx="156210" cy="1548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椭圆 47"/>
          <p:cNvSpPr/>
          <p:nvPr/>
        </p:nvSpPr>
        <p:spPr>
          <a:xfrm>
            <a:off x="10133330" y="2924810"/>
            <a:ext cx="156210" cy="1548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椭圆 48"/>
          <p:cNvSpPr/>
          <p:nvPr/>
        </p:nvSpPr>
        <p:spPr>
          <a:xfrm>
            <a:off x="10244455" y="3481705"/>
            <a:ext cx="156210" cy="1548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>
            <a:off x="10010140" y="3705225"/>
            <a:ext cx="156210" cy="1548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mpd="sng">
            <a:solidFill>
              <a:schemeClr val="accent5">
                <a:lumMod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椭圆 50"/>
          <p:cNvSpPr/>
          <p:nvPr/>
        </p:nvSpPr>
        <p:spPr>
          <a:xfrm>
            <a:off x="10621010" y="3159760"/>
            <a:ext cx="156210" cy="1548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10671810" y="3603625"/>
            <a:ext cx="156210" cy="1548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椭圆 73"/>
          <p:cNvSpPr/>
          <p:nvPr/>
        </p:nvSpPr>
        <p:spPr>
          <a:xfrm>
            <a:off x="9519920" y="3656330"/>
            <a:ext cx="156210" cy="1548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9" name="直接连接符 78"/>
          <p:cNvCxnSpPr>
            <a:stCxn id="22" idx="5"/>
            <a:endCxn id="21" idx="1"/>
          </p:cNvCxnSpPr>
          <p:nvPr/>
        </p:nvCxnSpPr>
        <p:spPr>
          <a:xfrm>
            <a:off x="9928225" y="3211830"/>
            <a:ext cx="71755" cy="4572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0" name="直接连接符 79"/>
          <p:cNvCxnSpPr>
            <a:stCxn id="48" idx="3"/>
            <a:endCxn id="21" idx="7"/>
          </p:cNvCxnSpPr>
          <p:nvPr/>
        </p:nvCxnSpPr>
        <p:spPr>
          <a:xfrm flipH="1">
            <a:off x="10110470" y="3056890"/>
            <a:ext cx="45720" cy="20066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1" name="直接连接符 80"/>
          <p:cNvCxnSpPr>
            <a:stCxn id="48" idx="5"/>
            <a:endCxn id="49" idx="0"/>
          </p:cNvCxnSpPr>
          <p:nvPr/>
        </p:nvCxnSpPr>
        <p:spPr>
          <a:xfrm>
            <a:off x="10266680" y="3056890"/>
            <a:ext cx="55880" cy="42481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2" name="直接连接符 81"/>
          <p:cNvCxnSpPr>
            <a:stCxn id="21" idx="5"/>
            <a:endCxn id="49" idx="1"/>
          </p:cNvCxnSpPr>
          <p:nvPr/>
        </p:nvCxnSpPr>
        <p:spPr>
          <a:xfrm>
            <a:off x="10110470" y="3366770"/>
            <a:ext cx="156845" cy="13779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直接连接符 82"/>
          <p:cNvCxnSpPr>
            <a:stCxn id="21" idx="3"/>
            <a:endCxn id="47" idx="7"/>
          </p:cNvCxnSpPr>
          <p:nvPr/>
        </p:nvCxnSpPr>
        <p:spPr>
          <a:xfrm flipH="1">
            <a:off x="9928225" y="3366770"/>
            <a:ext cx="71755" cy="13779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直接连接符 85"/>
          <p:cNvCxnSpPr>
            <a:stCxn id="21" idx="4"/>
            <a:endCxn id="50" idx="0"/>
          </p:cNvCxnSpPr>
          <p:nvPr/>
        </p:nvCxnSpPr>
        <p:spPr>
          <a:xfrm>
            <a:off x="10055225" y="3389630"/>
            <a:ext cx="33020" cy="31559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 flipH="1">
            <a:off x="9668510" y="3597275"/>
            <a:ext cx="156845" cy="11176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连接符 87"/>
          <p:cNvCxnSpPr>
            <a:endCxn id="31" idx="2"/>
          </p:cNvCxnSpPr>
          <p:nvPr/>
        </p:nvCxnSpPr>
        <p:spPr>
          <a:xfrm flipV="1">
            <a:off x="10281285" y="2942590"/>
            <a:ext cx="119380" cy="2794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直接连接符 88"/>
          <p:cNvCxnSpPr>
            <a:stCxn id="51" idx="3"/>
            <a:endCxn id="49" idx="7"/>
          </p:cNvCxnSpPr>
          <p:nvPr/>
        </p:nvCxnSpPr>
        <p:spPr>
          <a:xfrm flipH="1">
            <a:off x="10377805" y="3291840"/>
            <a:ext cx="266065" cy="21272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0" name="直接连接符 89"/>
          <p:cNvCxnSpPr>
            <a:stCxn id="51" idx="4"/>
            <a:endCxn id="52" idx="0"/>
          </p:cNvCxnSpPr>
          <p:nvPr/>
        </p:nvCxnSpPr>
        <p:spPr>
          <a:xfrm>
            <a:off x="10699115" y="3314700"/>
            <a:ext cx="50800" cy="28892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1" name="直接连接符 90"/>
          <p:cNvCxnSpPr>
            <a:stCxn id="49" idx="5"/>
            <a:endCxn id="52" idx="2"/>
          </p:cNvCxnSpPr>
          <p:nvPr/>
        </p:nvCxnSpPr>
        <p:spPr>
          <a:xfrm>
            <a:off x="10377805" y="3613785"/>
            <a:ext cx="294005" cy="6731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1" name="椭圆 120"/>
          <p:cNvSpPr/>
          <p:nvPr/>
        </p:nvSpPr>
        <p:spPr>
          <a:xfrm>
            <a:off x="10702925" y="2942590"/>
            <a:ext cx="156210" cy="1548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2" name="椭圆 121"/>
          <p:cNvSpPr/>
          <p:nvPr/>
        </p:nvSpPr>
        <p:spPr>
          <a:xfrm>
            <a:off x="10367645" y="3860165"/>
            <a:ext cx="156210" cy="1548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mpd="sng">
            <a:solidFill>
              <a:schemeClr val="accent5">
                <a:lumMod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3" name="椭圆 122"/>
          <p:cNvSpPr/>
          <p:nvPr/>
        </p:nvSpPr>
        <p:spPr>
          <a:xfrm rot="900000">
            <a:off x="10055225" y="2682240"/>
            <a:ext cx="156210" cy="1548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mpd="sng">
            <a:solidFill>
              <a:schemeClr val="accent5">
                <a:lumMod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4" name="椭圆 123"/>
          <p:cNvSpPr/>
          <p:nvPr/>
        </p:nvSpPr>
        <p:spPr>
          <a:xfrm>
            <a:off x="9509760" y="3291840"/>
            <a:ext cx="156210" cy="1548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5" name="直接连接符 124"/>
          <p:cNvCxnSpPr>
            <a:stCxn id="123" idx="6"/>
            <a:endCxn id="31" idx="1"/>
          </p:cNvCxnSpPr>
          <p:nvPr/>
        </p:nvCxnSpPr>
        <p:spPr>
          <a:xfrm>
            <a:off x="10208895" y="2780030"/>
            <a:ext cx="214630" cy="10795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6" name="直接连接符 125"/>
          <p:cNvCxnSpPr>
            <a:stCxn id="121" idx="4"/>
            <a:endCxn id="51" idx="7"/>
          </p:cNvCxnSpPr>
          <p:nvPr/>
        </p:nvCxnSpPr>
        <p:spPr>
          <a:xfrm flipH="1">
            <a:off x="10754360" y="3097530"/>
            <a:ext cx="26670" cy="8509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7" name="直接连接符 126"/>
          <p:cNvCxnSpPr>
            <a:stCxn id="52" idx="3"/>
            <a:endCxn id="122" idx="7"/>
          </p:cNvCxnSpPr>
          <p:nvPr/>
        </p:nvCxnSpPr>
        <p:spPr>
          <a:xfrm flipH="1">
            <a:off x="10500995" y="3735705"/>
            <a:ext cx="193675" cy="14732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8" name="直接连接符 127"/>
          <p:cNvCxnSpPr>
            <a:stCxn id="124" idx="4"/>
            <a:endCxn id="74" idx="0"/>
          </p:cNvCxnSpPr>
          <p:nvPr/>
        </p:nvCxnSpPr>
        <p:spPr>
          <a:xfrm>
            <a:off x="9587865" y="3446780"/>
            <a:ext cx="10160" cy="20955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8" name="椭圆 157"/>
          <p:cNvSpPr/>
          <p:nvPr/>
        </p:nvSpPr>
        <p:spPr>
          <a:xfrm>
            <a:off x="10100310" y="4682490"/>
            <a:ext cx="156210" cy="1548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9" name="椭圆 158"/>
          <p:cNvSpPr/>
          <p:nvPr/>
        </p:nvSpPr>
        <p:spPr>
          <a:xfrm>
            <a:off x="9918065" y="4527550"/>
            <a:ext cx="156210" cy="1548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0" name="椭圆 159"/>
          <p:cNvSpPr/>
          <p:nvPr/>
        </p:nvSpPr>
        <p:spPr>
          <a:xfrm>
            <a:off x="10523855" y="4312920"/>
            <a:ext cx="156210" cy="1548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1" name="椭圆 160"/>
          <p:cNvSpPr/>
          <p:nvPr/>
        </p:nvSpPr>
        <p:spPr>
          <a:xfrm>
            <a:off x="9918065" y="4929505"/>
            <a:ext cx="156210" cy="1548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2" name="椭圆 161"/>
          <p:cNvSpPr/>
          <p:nvPr/>
        </p:nvSpPr>
        <p:spPr>
          <a:xfrm>
            <a:off x="10256520" y="4372610"/>
            <a:ext cx="156210" cy="154800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3" name="椭圆 162"/>
          <p:cNvSpPr/>
          <p:nvPr/>
        </p:nvSpPr>
        <p:spPr>
          <a:xfrm>
            <a:off x="10367645" y="4929505"/>
            <a:ext cx="156210" cy="1548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4" name="椭圆 163"/>
          <p:cNvSpPr/>
          <p:nvPr/>
        </p:nvSpPr>
        <p:spPr>
          <a:xfrm>
            <a:off x="10133330" y="5153025"/>
            <a:ext cx="156210" cy="154800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5" name="椭圆 164"/>
          <p:cNvSpPr/>
          <p:nvPr/>
        </p:nvSpPr>
        <p:spPr>
          <a:xfrm>
            <a:off x="10744200" y="4607560"/>
            <a:ext cx="156210" cy="154800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6" name="椭圆 165"/>
          <p:cNvSpPr/>
          <p:nvPr/>
        </p:nvSpPr>
        <p:spPr>
          <a:xfrm>
            <a:off x="10795000" y="5051425"/>
            <a:ext cx="156210" cy="154800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7" name="椭圆 166"/>
          <p:cNvSpPr/>
          <p:nvPr/>
        </p:nvSpPr>
        <p:spPr>
          <a:xfrm>
            <a:off x="9643110" y="5104130"/>
            <a:ext cx="156210" cy="1548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68" name="直接连接符 167"/>
          <p:cNvCxnSpPr>
            <a:stCxn id="159" idx="5"/>
            <a:endCxn id="158" idx="1"/>
          </p:cNvCxnSpPr>
          <p:nvPr/>
        </p:nvCxnSpPr>
        <p:spPr>
          <a:xfrm>
            <a:off x="10051415" y="4659630"/>
            <a:ext cx="71755" cy="4572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9" name="直接连接符 168"/>
          <p:cNvCxnSpPr>
            <a:stCxn id="162" idx="3"/>
            <a:endCxn id="158" idx="7"/>
          </p:cNvCxnSpPr>
          <p:nvPr/>
        </p:nvCxnSpPr>
        <p:spPr>
          <a:xfrm flipH="1">
            <a:off x="10233660" y="4504690"/>
            <a:ext cx="45720" cy="20066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0" name="直接连接符 169"/>
          <p:cNvCxnSpPr>
            <a:stCxn id="162" idx="5"/>
            <a:endCxn id="163" idx="0"/>
          </p:cNvCxnSpPr>
          <p:nvPr/>
        </p:nvCxnSpPr>
        <p:spPr>
          <a:xfrm>
            <a:off x="10389870" y="4504690"/>
            <a:ext cx="55880" cy="42481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1" name="直接连接符 170"/>
          <p:cNvCxnSpPr>
            <a:stCxn id="158" idx="5"/>
            <a:endCxn id="163" idx="1"/>
          </p:cNvCxnSpPr>
          <p:nvPr/>
        </p:nvCxnSpPr>
        <p:spPr>
          <a:xfrm>
            <a:off x="10233660" y="4814570"/>
            <a:ext cx="156845" cy="13779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2" name="直接连接符 171"/>
          <p:cNvCxnSpPr>
            <a:stCxn id="158" idx="3"/>
            <a:endCxn id="161" idx="7"/>
          </p:cNvCxnSpPr>
          <p:nvPr/>
        </p:nvCxnSpPr>
        <p:spPr>
          <a:xfrm flipH="1">
            <a:off x="10051415" y="4814570"/>
            <a:ext cx="71755" cy="13779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3" name="直接连接符 172"/>
          <p:cNvCxnSpPr>
            <a:stCxn id="158" idx="4"/>
            <a:endCxn id="164" idx="0"/>
          </p:cNvCxnSpPr>
          <p:nvPr/>
        </p:nvCxnSpPr>
        <p:spPr>
          <a:xfrm>
            <a:off x="10178415" y="4837430"/>
            <a:ext cx="33020" cy="31559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4" name="直接连接符 173"/>
          <p:cNvCxnSpPr/>
          <p:nvPr/>
        </p:nvCxnSpPr>
        <p:spPr>
          <a:xfrm flipH="1">
            <a:off x="9791700" y="5045075"/>
            <a:ext cx="156845" cy="11176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5" name="直接连接符 174"/>
          <p:cNvCxnSpPr>
            <a:endCxn id="160" idx="2"/>
          </p:cNvCxnSpPr>
          <p:nvPr/>
        </p:nvCxnSpPr>
        <p:spPr>
          <a:xfrm flipV="1">
            <a:off x="10404475" y="4390390"/>
            <a:ext cx="119380" cy="2794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6" name="直接连接符 175"/>
          <p:cNvCxnSpPr>
            <a:stCxn id="165" idx="3"/>
            <a:endCxn id="163" idx="7"/>
          </p:cNvCxnSpPr>
          <p:nvPr/>
        </p:nvCxnSpPr>
        <p:spPr>
          <a:xfrm flipH="1">
            <a:off x="10500995" y="4739640"/>
            <a:ext cx="266065" cy="21272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7" name="直接连接符 176"/>
          <p:cNvCxnSpPr>
            <a:stCxn id="165" idx="4"/>
            <a:endCxn id="166" idx="0"/>
          </p:cNvCxnSpPr>
          <p:nvPr/>
        </p:nvCxnSpPr>
        <p:spPr>
          <a:xfrm>
            <a:off x="10822305" y="4762500"/>
            <a:ext cx="50800" cy="28892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8" name="直接连接符 177"/>
          <p:cNvCxnSpPr>
            <a:stCxn id="163" idx="5"/>
            <a:endCxn id="166" idx="2"/>
          </p:cNvCxnSpPr>
          <p:nvPr/>
        </p:nvCxnSpPr>
        <p:spPr>
          <a:xfrm>
            <a:off x="10500995" y="5061585"/>
            <a:ext cx="294005" cy="6731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9" name="椭圆 178"/>
          <p:cNvSpPr/>
          <p:nvPr/>
        </p:nvSpPr>
        <p:spPr>
          <a:xfrm>
            <a:off x="10826115" y="4390390"/>
            <a:ext cx="156210" cy="1548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0" name="椭圆 179"/>
          <p:cNvSpPr/>
          <p:nvPr/>
        </p:nvSpPr>
        <p:spPr>
          <a:xfrm>
            <a:off x="10490835" y="5307965"/>
            <a:ext cx="156210" cy="1548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1" name="椭圆 180"/>
          <p:cNvSpPr/>
          <p:nvPr/>
        </p:nvSpPr>
        <p:spPr>
          <a:xfrm>
            <a:off x="10178415" y="4130040"/>
            <a:ext cx="156210" cy="1548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2" name="椭圆 181"/>
          <p:cNvSpPr/>
          <p:nvPr/>
        </p:nvSpPr>
        <p:spPr>
          <a:xfrm>
            <a:off x="9632950" y="4739640"/>
            <a:ext cx="156210" cy="1548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3" name="直接连接符 182"/>
          <p:cNvCxnSpPr>
            <a:stCxn id="181" idx="6"/>
            <a:endCxn id="160" idx="1"/>
          </p:cNvCxnSpPr>
          <p:nvPr/>
        </p:nvCxnSpPr>
        <p:spPr>
          <a:xfrm>
            <a:off x="10334625" y="4207510"/>
            <a:ext cx="212090" cy="12827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4" name="直接连接符 183"/>
          <p:cNvCxnSpPr>
            <a:stCxn id="179" idx="4"/>
            <a:endCxn id="165" idx="7"/>
          </p:cNvCxnSpPr>
          <p:nvPr/>
        </p:nvCxnSpPr>
        <p:spPr>
          <a:xfrm flipH="1">
            <a:off x="10877550" y="4545330"/>
            <a:ext cx="26670" cy="8509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5" name="直接连接符 184"/>
          <p:cNvCxnSpPr>
            <a:stCxn id="166" idx="3"/>
            <a:endCxn id="180" idx="7"/>
          </p:cNvCxnSpPr>
          <p:nvPr/>
        </p:nvCxnSpPr>
        <p:spPr>
          <a:xfrm flipH="1">
            <a:off x="10624185" y="5183505"/>
            <a:ext cx="193675" cy="14732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6" name="直接连接符 185"/>
          <p:cNvCxnSpPr>
            <a:stCxn id="182" idx="4"/>
            <a:endCxn id="167" idx="0"/>
          </p:cNvCxnSpPr>
          <p:nvPr/>
        </p:nvCxnSpPr>
        <p:spPr>
          <a:xfrm>
            <a:off x="9711055" y="4894580"/>
            <a:ext cx="10160" cy="20955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7" name="直接连接符 186"/>
          <p:cNvCxnSpPr>
            <a:stCxn id="47" idx="5"/>
            <a:endCxn id="50" idx="1"/>
          </p:cNvCxnSpPr>
          <p:nvPr/>
        </p:nvCxnSpPr>
        <p:spPr>
          <a:xfrm>
            <a:off x="9928225" y="3613785"/>
            <a:ext cx="104775" cy="11430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8" name="直接连接符 187"/>
          <p:cNvCxnSpPr/>
          <p:nvPr/>
        </p:nvCxnSpPr>
        <p:spPr>
          <a:xfrm>
            <a:off x="10051415" y="5061585"/>
            <a:ext cx="104775" cy="11430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9" name="椭圆 188"/>
          <p:cNvSpPr/>
          <p:nvPr/>
        </p:nvSpPr>
        <p:spPr>
          <a:xfrm>
            <a:off x="7941310" y="4439285"/>
            <a:ext cx="156210" cy="1548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0" name="椭圆 189"/>
          <p:cNvSpPr/>
          <p:nvPr/>
        </p:nvSpPr>
        <p:spPr>
          <a:xfrm>
            <a:off x="7759065" y="4284345"/>
            <a:ext cx="156210" cy="1548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1" name="椭圆 190"/>
          <p:cNvSpPr/>
          <p:nvPr/>
        </p:nvSpPr>
        <p:spPr>
          <a:xfrm>
            <a:off x="8364855" y="4069715"/>
            <a:ext cx="156210" cy="1548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2" name="椭圆 191"/>
          <p:cNvSpPr/>
          <p:nvPr/>
        </p:nvSpPr>
        <p:spPr>
          <a:xfrm>
            <a:off x="7759065" y="4686300"/>
            <a:ext cx="156210" cy="1548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3" name="椭圆 192"/>
          <p:cNvSpPr/>
          <p:nvPr/>
        </p:nvSpPr>
        <p:spPr>
          <a:xfrm>
            <a:off x="8097520" y="4129405"/>
            <a:ext cx="156210" cy="1548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4" name="椭圆 193"/>
          <p:cNvSpPr/>
          <p:nvPr/>
        </p:nvSpPr>
        <p:spPr>
          <a:xfrm>
            <a:off x="8208645" y="4686300"/>
            <a:ext cx="156210" cy="1548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6" name="椭圆 195"/>
          <p:cNvSpPr/>
          <p:nvPr/>
        </p:nvSpPr>
        <p:spPr>
          <a:xfrm>
            <a:off x="8585200" y="4364355"/>
            <a:ext cx="156210" cy="1548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7" name="椭圆 196"/>
          <p:cNvSpPr/>
          <p:nvPr/>
        </p:nvSpPr>
        <p:spPr>
          <a:xfrm>
            <a:off x="8636000" y="4808220"/>
            <a:ext cx="156210" cy="1548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8" name="椭圆 197"/>
          <p:cNvSpPr/>
          <p:nvPr/>
        </p:nvSpPr>
        <p:spPr>
          <a:xfrm>
            <a:off x="7484110" y="4860925"/>
            <a:ext cx="156210" cy="1548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9" name="直接连接符 198"/>
          <p:cNvCxnSpPr>
            <a:stCxn id="190" idx="5"/>
            <a:endCxn id="189" idx="1"/>
          </p:cNvCxnSpPr>
          <p:nvPr/>
        </p:nvCxnSpPr>
        <p:spPr>
          <a:xfrm>
            <a:off x="7892415" y="4416425"/>
            <a:ext cx="71755" cy="4572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0" name="直接连接符 199"/>
          <p:cNvCxnSpPr>
            <a:stCxn id="193" idx="3"/>
            <a:endCxn id="189" idx="7"/>
          </p:cNvCxnSpPr>
          <p:nvPr/>
        </p:nvCxnSpPr>
        <p:spPr>
          <a:xfrm flipH="1">
            <a:off x="8074660" y="4261485"/>
            <a:ext cx="45720" cy="20066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1" name="直接连接符 200"/>
          <p:cNvCxnSpPr>
            <a:stCxn id="193" idx="5"/>
            <a:endCxn id="194" idx="0"/>
          </p:cNvCxnSpPr>
          <p:nvPr/>
        </p:nvCxnSpPr>
        <p:spPr>
          <a:xfrm>
            <a:off x="8230870" y="4261485"/>
            <a:ext cx="55880" cy="42481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2" name="直接连接符 201"/>
          <p:cNvCxnSpPr>
            <a:stCxn id="189" idx="5"/>
            <a:endCxn id="194" idx="1"/>
          </p:cNvCxnSpPr>
          <p:nvPr/>
        </p:nvCxnSpPr>
        <p:spPr>
          <a:xfrm>
            <a:off x="8074660" y="4571365"/>
            <a:ext cx="156845" cy="13779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3" name="直接连接符 202"/>
          <p:cNvCxnSpPr>
            <a:stCxn id="189" idx="3"/>
            <a:endCxn id="192" idx="7"/>
          </p:cNvCxnSpPr>
          <p:nvPr/>
        </p:nvCxnSpPr>
        <p:spPr>
          <a:xfrm flipH="1">
            <a:off x="7892415" y="4571365"/>
            <a:ext cx="71755" cy="13779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5" name="直接连接符 204"/>
          <p:cNvCxnSpPr/>
          <p:nvPr/>
        </p:nvCxnSpPr>
        <p:spPr>
          <a:xfrm flipH="1">
            <a:off x="7632700" y="4801870"/>
            <a:ext cx="156845" cy="11176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6" name="直接连接符 205"/>
          <p:cNvCxnSpPr>
            <a:endCxn id="191" idx="2"/>
          </p:cNvCxnSpPr>
          <p:nvPr/>
        </p:nvCxnSpPr>
        <p:spPr>
          <a:xfrm flipV="1">
            <a:off x="8245475" y="4147185"/>
            <a:ext cx="119380" cy="2794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7" name="直接连接符 206"/>
          <p:cNvCxnSpPr>
            <a:stCxn id="196" idx="3"/>
            <a:endCxn id="194" idx="7"/>
          </p:cNvCxnSpPr>
          <p:nvPr/>
        </p:nvCxnSpPr>
        <p:spPr>
          <a:xfrm flipH="1">
            <a:off x="8341995" y="4496435"/>
            <a:ext cx="266065" cy="21272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8" name="直接连接符 207"/>
          <p:cNvCxnSpPr>
            <a:stCxn id="196" idx="4"/>
            <a:endCxn id="197" idx="0"/>
          </p:cNvCxnSpPr>
          <p:nvPr/>
        </p:nvCxnSpPr>
        <p:spPr>
          <a:xfrm>
            <a:off x="8663305" y="4519295"/>
            <a:ext cx="50800" cy="28892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9" name="直接连接符 208"/>
          <p:cNvCxnSpPr>
            <a:stCxn id="194" idx="5"/>
            <a:endCxn id="197" idx="2"/>
          </p:cNvCxnSpPr>
          <p:nvPr/>
        </p:nvCxnSpPr>
        <p:spPr>
          <a:xfrm>
            <a:off x="8341995" y="4818380"/>
            <a:ext cx="294005" cy="6731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0" name="椭圆 209"/>
          <p:cNvSpPr/>
          <p:nvPr/>
        </p:nvSpPr>
        <p:spPr>
          <a:xfrm>
            <a:off x="8667115" y="4147185"/>
            <a:ext cx="156210" cy="1548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3" name="椭圆 212"/>
          <p:cNvSpPr/>
          <p:nvPr/>
        </p:nvSpPr>
        <p:spPr>
          <a:xfrm>
            <a:off x="7473950" y="4496435"/>
            <a:ext cx="156210" cy="1548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5" name="直接连接符 214"/>
          <p:cNvCxnSpPr>
            <a:stCxn id="210" idx="4"/>
            <a:endCxn id="196" idx="7"/>
          </p:cNvCxnSpPr>
          <p:nvPr/>
        </p:nvCxnSpPr>
        <p:spPr>
          <a:xfrm flipH="1">
            <a:off x="8718550" y="4302125"/>
            <a:ext cx="26670" cy="8509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0" name="直接连接符 219"/>
          <p:cNvCxnSpPr>
            <a:stCxn id="213" idx="4"/>
            <a:endCxn id="198" idx="0"/>
          </p:cNvCxnSpPr>
          <p:nvPr/>
        </p:nvCxnSpPr>
        <p:spPr>
          <a:xfrm>
            <a:off x="7552055" y="4651375"/>
            <a:ext cx="10160" cy="20955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5" name="直接连接符 224"/>
          <p:cNvCxnSpPr>
            <a:stCxn id="49" idx="4"/>
            <a:endCxn id="122" idx="0"/>
          </p:cNvCxnSpPr>
          <p:nvPr/>
        </p:nvCxnSpPr>
        <p:spPr>
          <a:xfrm>
            <a:off x="10322560" y="3636645"/>
            <a:ext cx="123190" cy="22352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7" name="椭圆 226"/>
          <p:cNvSpPr/>
          <p:nvPr/>
        </p:nvSpPr>
        <p:spPr>
          <a:xfrm>
            <a:off x="7931150" y="5629275"/>
            <a:ext cx="156210" cy="1548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8" name="椭圆 227"/>
          <p:cNvSpPr/>
          <p:nvPr/>
        </p:nvSpPr>
        <p:spPr>
          <a:xfrm rot="720000">
            <a:off x="7807960" y="5414645"/>
            <a:ext cx="156210" cy="1548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9" name="椭圆 228"/>
          <p:cNvSpPr/>
          <p:nvPr/>
        </p:nvSpPr>
        <p:spPr>
          <a:xfrm rot="6660000">
            <a:off x="8471535" y="5402580"/>
            <a:ext cx="156210" cy="1548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0" name="椭圆 229"/>
          <p:cNvSpPr/>
          <p:nvPr/>
        </p:nvSpPr>
        <p:spPr>
          <a:xfrm rot="18480000">
            <a:off x="7882255" y="5914390"/>
            <a:ext cx="156210" cy="1548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1" name="椭圆 230"/>
          <p:cNvSpPr/>
          <p:nvPr/>
        </p:nvSpPr>
        <p:spPr>
          <a:xfrm rot="1860000">
            <a:off x="8258810" y="5562600"/>
            <a:ext cx="156210" cy="1548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2" name="椭圆 231"/>
          <p:cNvSpPr/>
          <p:nvPr/>
        </p:nvSpPr>
        <p:spPr>
          <a:xfrm rot="20880000">
            <a:off x="8198485" y="5876290"/>
            <a:ext cx="156210" cy="1548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3" name="椭圆 232"/>
          <p:cNvSpPr/>
          <p:nvPr/>
        </p:nvSpPr>
        <p:spPr>
          <a:xfrm rot="19560000">
            <a:off x="8441690" y="5686425"/>
            <a:ext cx="156210" cy="1548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4" name="椭圆 233"/>
          <p:cNvSpPr/>
          <p:nvPr/>
        </p:nvSpPr>
        <p:spPr>
          <a:xfrm rot="20340000">
            <a:off x="8469630" y="5960745"/>
            <a:ext cx="156210" cy="1548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5" name="椭圆 234"/>
          <p:cNvSpPr/>
          <p:nvPr/>
        </p:nvSpPr>
        <p:spPr>
          <a:xfrm rot="20040000">
            <a:off x="7807960" y="6203315"/>
            <a:ext cx="156210" cy="1548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6" name="直接连接符 235"/>
          <p:cNvCxnSpPr>
            <a:stCxn id="228" idx="5"/>
            <a:endCxn id="227" idx="1"/>
          </p:cNvCxnSpPr>
          <p:nvPr/>
        </p:nvCxnSpPr>
        <p:spPr>
          <a:xfrm>
            <a:off x="7928610" y="5556885"/>
            <a:ext cx="25400" cy="9525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7" name="直接连接符 236"/>
          <p:cNvCxnSpPr>
            <a:stCxn id="231" idx="3"/>
            <a:endCxn id="227" idx="7"/>
          </p:cNvCxnSpPr>
          <p:nvPr/>
        </p:nvCxnSpPr>
        <p:spPr>
          <a:xfrm flipH="1" flipV="1">
            <a:off x="8064500" y="5652135"/>
            <a:ext cx="196850" cy="635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8" name="直接连接符 237"/>
          <p:cNvCxnSpPr>
            <a:stCxn id="231" idx="4"/>
            <a:endCxn id="232" idx="0"/>
          </p:cNvCxnSpPr>
          <p:nvPr/>
        </p:nvCxnSpPr>
        <p:spPr>
          <a:xfrm flipH="1">
            <a:off x="8260622" y="5706796"/>
            <a:ext cx="36129" cy="17167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9" name="直接连接符 238"/>
          <p:cNvCxnSpPr>
            <a:stCxn id="227" idx="5"/>
            <a:endCxn id="232" idx="1"/>
          </p:cNvCxnSpPr>
          <p:nvPr/>
        </p:nvCxnSpPr>
        <p:spPr>
          <a:xfrm>
            <a:off x="8064500" y="5761355"/>
            <a:ext cx="146685" cy="15049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0" name="直接连接符 239"/>
          <p:cNvCxnSpPr>
            <a:stCxn id="227" idx="3"/>
            <a:endCxn id="230" idx="7"/>
          </p:cNvCxnSpPr>
          <p:nvPr/>
        </p:nvCxnSpPr>
        <p:spPr>
          <a:xfrm flipH="1">
            <a:off x="7951470" y="5761355"/>
            <a:ext cx="2540" cy="15303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1" name="直接连接符 240"/>
          <p:cNvCxnSpPr>
            <a:stCxn id="230" idx="3"/>
            <a:endCxn id="235" idx="7"/>
          </p:cNvCxnSpPr>
          <p:nvPr/>
        </p:nvCxnSpPr>
        <p:spPr>
          <a:xfrm flipH="1">
            <a:off x="7911465" y="6069330"/>
            <a:ext cx="58420" cy="13779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2" name="直接连接符 241"/>
          <p:cNvCxnSpPr>
            <a:stCxn id="231" idx="0"/>
            <a:endCxn id="229" idx="5"/>
          </p:cNvCxnSpPr>
          <p:nvPr/>
        </p:nvCxnSpPr>
        <p:spPr>
          <a:xfrm flipV="1">
            <a:off x="8377118" y="5511596"/>
            <a:ext cx="101600" cy="6159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3" name="直接连接符 242"/>
          <p:cNvCxnSpPr>
            <a:stCxn id="233" idx="2"/>
            <a:endCxn id="232" idx="6"/>
          </p:cNvCxnSpPr>
          <p:nvPr/>
        </p:nvCxnSpPr>
        <p:spPr>
          <a:xfrm flipH="1">
            <a:off x="8352818" y="5808007"/>
            <a:ext cx="102235" cy="12954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4" name="直接连接符 243"/>
          <p:cNvCxnSpPr>
            <a:stCxn id="233" idx="3"/>
            <a:endCxn id="234" idx="0"/>
          </p:cNvCxnSpPr>
          <p:nvPr/>
        </p:nvCxnSpPr>
        <p:spPr>
          <a:xfrm>
            <a:off x="8504500" y="5840045"/>
            <a:ext cx="15240" cy="12573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5" name="直接连接符 244"/>
          <p:cNvCxnSpPr>
            <a:stCxn id="232" idx="5"/>
            <a:endCxn id="234" idx="2"/>
          </p:cNvCxnSpPr>
          <p:nvPr/>
        </p:nvCxnSpPr>
        <p:spPr>
          <a:xfrm>
            <a:off x="8342285" y="5995654"/>
            <a:ext cx="132394" cy="7025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6" name="椭圆 245"/>
          <p:cNvSpPr/>
          <p:nvPr/>
        </p:nvSpPr>
        <p:spPr>
          <a:xfrm rot="6540000">
            <a:off x="8616315" y="5578475"/>
            <a:ext cx="156210" cy="1549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7" name="椭圆 246"/>
          <p:cNvSpPr/>
          <p:nvPr/>
        </p:nvSpPr>
        <p:spPr>
          <a:xfrm>
            <a:off x="7713345" y="5973445"/>
            <a:ext cx="156210" cy="1548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48" name="直接连接符 247"/>
          <p:cNvCxnSpPr>
            <a:stCxn id="246" idx="5"/>
            <a:endCxn id="233" idx="6"/>
          </p:cNvCxnSpPr>
          <p:nvPr/>
        </p:nvCxnSpPr>
        <p:spPr>
          <a:xfrm flipH="1">
            <a:off x="8584494" y="5690522"/>
            <a:ext cx="40005" cy="2984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9" name="直接连接符 248"/>
          <p:cNvCxnSpPr>
            <a:stCxn id="247" idx="4"/>
            <a:endCxn id="235" idx="0"/>
          </p:cNvCxnSpPr>
          <p:nvPr/>
        </p:nvCxnSpPr>
        <p:spPr>
          <a:xfrm>
            <a:off x="7791450" y="6128385"/>
            <a:ext cx="60960" cy="8255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3" name="任意多边形 252"/>
          <p:cNvSpPr/>
          <p:nvPr/>
        </p:nvSpPr>
        <p:spPr>
          <a:xfrm>
            <a:off x="7640320" y="4207510"/>
            <a:ext cx="351790" cy="275590"/>
          </a:xfrm>
          <a:custGeom>
            <a:avLst/>
            <a:gdLst>
              <a:gd name="connisteX0" fmla="*/ 335496 w 468752"/>
              <a:gd name="connsiteY0" fmla="*/ 952 h 422819"/>
              <a:gd name="connisteX1" fmla="*/ 269456 w 468752"/>
              <a:gd name="connsiteY1" fmla="*/ 952 h 422819"/>
              <a:gd name="connisteX2" fmla="*/ 198336 w 468752"/>
              <a:gd name="connsiteY2" fmla="*/ 6032 h 422819"/>
              <a:gd name="connisteX3" fmla="*/ 132296 w 468752"/>
              <a:gd name="connsiteY3" fmla="*/ 26352 h 422819"/>
              <a:gd name="connisteX4" fmla="*/ 66256 w 468752"/>
              <a:gd name="connsiteY4" fmla="*/ 51752 h 422819"/>
              <a:gd name="connisteX5" fmla="*/ 15456 w 468752"/>
              <a:gd name="connsiteY5" fmla="*/ 117792 h 422819"/>
              <a:gd name="connisteX6" fmla="*/ 216 w 468752"/>
              <a:gd name="connsiteY6" fmla="*/ 183832 h 422819"/>
              <a:gd name="connisteX7" fmla="*/ 10376 w 468752"/>
              <a:gd name="connsiteY7" fmla="*/ 249872 h 422819"/>
              <a:gd name="connisteX8" fmla="*/ 35776 w 468752"/>
              <a:gd name="connsiteY8" fmla="*/ 315912 h 422819"/>
              <a:gd name="connisteX9" fmla="*/ 96736 w 468752"/>
              <a:gd name="connsiteY9" fmla="*/ 381952 h 422819"/>
              <a:gd name="connisteX10" fmla="*/ 162776 w 468752"/>
              <a:gd name="connsiteY10" fmla="*/ 402272 h 422819"/>
              <a:gd name="connisteX11" fmla="*/ 228816 w 468752"/>
              <a:gd name="connsiteY11" fmla="*/ 417512 h 422819"/>
              <a:gd name="connisteX12" fmla="*/ 294856 w 468752"/>
              <a:gd name="connsiteY12" fmla="*/ 417512 h 422819"/>
              <a:gd name="connisteX13" fmla="*/ 360896 w 468752"/>
              <a:gd name="connsiteY13" fmla="*/ 366712 h 422819"/>
              <a:gd name="connisteX14" fmla="*/ 411696 w 468752"/>
              <a:gd name="connsiteY14" fmla="*/ 300672 h 422819"/>
              <a:gd name="connisteX15" fmla="*/ 447256 w 468752"/>
              <a:gd name="connsiteY15" fmla="*/ 234632 h 422819"/>
              <a:gd name="connisteX16" fmla="*/ 467576 w 468752"/>
              <a:gd name="connsiteY16" fmla="*/ 168592 h 422819"/>
              <a:gd name="connisteX17" fmla="*/ 457416 w 468752"/>
              <a:gd name="connsiteY17" fmla="*/ 102552 h 422819"/>
              <a:gd name="connisteX18" fmla="*/ 401536 w 468752"/>
              <a:gd name="connsiteY18" fmla="*/ 36512 h 422819"/>
              <a:gd name="connisteX19" fmla="*/ 335496 w 468752"/>
              <a:gd name="connsiteY19" fmla="*/ 6032 h 422819"/>
              <a:gd name="connisteX20" fmla="*/ 335496 w 468752"/>
              <a:gd name="connsiteY20" fmla="*/ 952 h 42281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</a:cxnLst>
            <a:rect l="l" t="t" r="r" b="b"/>
            <a:pathLst>
              <a:path w="468753" h="422820">
                <a:moveTo>
                  <a:pt x="335496" y="953"/>
                </a:moveTo>
                <a:cubicBezTo>
                  <a:pt x="322161" y="-317"/>
                  <a:pt x="296761" y="-317"/>
                  <a:pt x="269456" y="953"/>
                </a:cubicBezTo>
                <a:cubicBezTo>
                  <a:pt x="242151" y="2223"/>
                  <a:pt x="225641" y="953"/>
                  <a:pt x="198336" y="6033"/>
                </a:cubicBezTo>
                <a:cubicBezTo>
                  <a:pt x="171031" y="11113"/>
                  <a:pt x="158966" y="17463"/>
                  <a:pt x="132296" y="26353"/>
                </a:cubicBezTo>
                <a:cubicBezTo>
                  <a:pt x="105626" y="35243"/>
                  <a:pt x="89751" y="33338"/>
                  <a:pt x="66256" y="51753"/>
                </a:cubicBezTo>
                <a:cubicBezTo>
                  <a:pt x="42761" y="70168"/>
                  <a:pt x="28791" y="91123"/>
                  <a:pt x="15456" y="117793"/>
                </a:cubicBezTo>
                <a:cubicBezTo>
                  <a:pt x="2121" y="144463"/>
                  <a:pt x="1486" y="157163"/>
                  <a:pt x="216" y="183833"/>
                </a:cubicBezTo>
                <a:cubicBezTo>
                  <a:pt x="-1054" y="210503"/>
                  <a:pt x="3391" y="223203"/>
                  <a:pt x="10376" y="249873"/>
                </a:cubicBezTo>
                <a:cubicBezTo>
                  <a:pt x="17361" y="276543"/>
                  <a:pt x="18631" y="289243"/>
                  <a:pt x="35776" y="315913"/>
                </a:cubicBezTo>
                <a:cubicBezTo>
                  <a:pt x="52921" y="342583"/>
                  <a:pt x="71336" y="364808"/>
                  <a:pt x="96736" y="381953"/>
                </a:cubicBezTo>
                <a:cubicBezTo>
                  <a:pt x="122136" y="399098"/>
                  <a:pt x="136106" y="395288"/>
                  <a:pt x="162776" y="402273"/>
                </a:cubicBezTo>
                <a:cubicBezTo>
                  <a:pt x="189446" y="409258"/>
                  <a:pt x="202146" y="414338"/>
                  <a:pt x="228816" y="417513"/>
                </a:cubicBezTo>
                <a:cubicBezTo>
                  <a:pt x="255486" y="420688"/>
                  <a:pt x="268186" y="427673"/>
                  <a:pt x="294856" y="417513"/>
                </a:cubicBezTo>
                <a:cubicBezTo>
                  <a:pt x="321526" y="407353"/>
                  <a:pt x="337401" y="390208"/>
                  <a:pt x="360896" y="366713"/>
                </a:cubicBezTo>
                <a:cubicBezTo>
                  <a:pt x="384391" y="343218"/>
                  <a:pt x="394551" y="327343"/>
                  <a:pt x="411696" y="300673"/>
                </a:cubicBezTo>
                <a:cubicBezTo>
                  <a:pt x="428841" y="274003"/>
                  <a:pt x="435826" y="261303"/>
                  <a:pt x="447256" y="234633"/>
                </a:cubicBezTo>
                <a:cubicBezTo>
                  <a:pt x="458686" y="207963"/>
                  <a:pt x="465671" y="195263"/>
                  <a:pt x="467576" y="168593"/>
                </a:cubicBezTo>
                <a:cubicBezTo>
                  <a:pt x="469481" y="141923"/>
                  <a:pt x="470751" y="129223"/>
                  <a:pt x="457416" y="102553"/>
                </a:cubicBezTo>
                <a:cubicBezTo>
                  <a:pt x="444081" y="75883"/>
                  <a:pt x="425666" y="55563"/>
                  <a:pt x="401536" y="36513"/>
                </a:cubicBezTo>
                <a:cubicBezTo>
                  <a:pt x="377406" y="17463"/>
                  <a:pt x="348831" y="13018"/>
                  <a:pt x="335496" y="6033"/>
                </a:cubicBezTo>
                <a:cubicBezTo>
                  <a:pt x="322161" y="-952"/>
                  <a:pt x="348831" y="2223"/>
                  <a:pt x="335496" y="953"/>
                </a:cubicBezTo>
                <a:close/>
              </a:path>
            </a:pathLst>
          </a:cu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4" name="任意多边形 253"/>
          <p:cNvSpPr/>
          <p:nvPr/>
        </p:nvSpPr>
        <p:spPr>
          <a:xfrm rot="1080000">
            <a:off x="7320915" y="4476115"/>
            <a:ext cx="663575" cy="581025"/>
          </a:xfrm>
          <a:custGeom>
            <a:avLst/>
            <a:gdLst>
              <a:gd name="connisteX0" fmla="*/ 214788 w 485722"/>
              <a:gd name="connsiteY0" fmla="*/ 11196 h 622397"/>
              <a:gd name="connisteX1" fmla="*/ 280828 w 485722"/>
              <a:gd name="connsiteY1" fmla="*/ 1036 h 622397"/>
              <a:gd name="connisteX2" fmla="*/ 346868 w 485722"/>
              <a:gd name="connsiteY2" fmla="*/ 11196 h 622397"/>
              <a:gd name="connisteX3" fmla="*/ 412908 w 485722"/>
              <a:gd name="connsiteY3" fmla="*/ 36596 h 622397"/>
              <a:gd name="connisteX4" fmla="*/ 463708 w 485722"/>
              <a:gd name="connsiteY4" fmla="*/ 102636 h 622397"/>
              <a:gd name="connisteX5" fmla="*/ 484028 w 485722"/>
              <a:gd name="connsiteY5" fmla="*/ 168676 h 622397"/>
              <a:gd name="connisteX6" fmla="*/ 484028 w 485722"/>
              <a:gd name="connsiteY6" fmla="*/ 234716 h 622397"/>
              <a:gd name="connisteX7" fmla="*/ 484028 w 485722"/>
              <a:gd name="connsiteY7" fmla="*/ 300756 h 622397"/>
              <a:gd name="connisteX8" fmla="*/ 473868 w 485722"/>
              <a:gd name="connsiteY8" fmla="*/ 371876 h 622397"/>
              <a:gd name="connisteX9" fmla="*/ 458628 w 485722"/>
              <a:gd name="connsiteY9" fmla="*/ 442996 h 622397"/>
              <a:gd name="connisteX10" fmla="*/ 423068 w 485722"/>
              <a:gd name="connsiteY10" fmla="*/ 509036 h 622397"/>
              <a:gd name="connisteX11" fmla="*/ 357028 w 485722"/>
              <a:gd name="connsiteY11" fmla="*/ 564916 h 622397"/>
              <a:gd name="connisteX12" fmla="*/ 290988 w 485722"/>
              <a:gd name="connsiteY12" fmla="*/ 605556 h 622397"/>
              <a:gd name="connisteX13" fmla="*/ 224948 w 485722"/>
              <a:gd name="connsiteY13" fmla="*/ 620796 h 622397"/>
              <a:gd name="connisteX14" fmla="*/ 158908 w 485722"/>
              <a:gd name="connsiteY14" fmla="*/ 615716 h 622397"/>
              <a:gd name="connisteX15" fmla="*/ 92868 w 485722"/>
              <a:gd name="connsiteY15" fmla="*/ 575076 h 622397"/>
              <a:gd name="connisteX16" fmla="*/ 47148 w 485722"/>
              <a:gd name="connsiteY16" fmla="*/ 509036 h 622397"/>
              <a:gd name="connisteX17" fmla="*/ 26828 w 485722"/>
              <a:gd name="connsiteY17" fmla="*/ 442996 h 622397"/>
              <a:gd name="connisteX18" fmla="*/ 11588 w 485722"/>
              <a:gd name="connsiteY18" fmla="*/ 371876 h 622397"/>
              <a:gd name="connisteX19" fmla="*/ 1428 w 485722"/>
              <a:gd name="connsiteY19" fmla="*/ 305836 h 622397"/>
              <a:gd name="connisteX20" fmla="*/ 1428 w 485722"/>
              <a:gd name="connsiteY20" fmla="*/ 239796 h 622397"/>
              <a:gd name="connisteX21" fmla="*/ 11588 w 485722"/>
              <a:gd name="connsiteY21" fmla="*/ 168676 h 622397"/>
              <a:gd name="connisteX22" fmla="*/ 52228 w 485722"/>
              <a:gd name="connsiteY22" fmla="*/ 102636 h 622397"/>
              <a:gd name="connisteX23" fmla="*/ 113188 w 485722"/>
              <a:gd name="connsiteY23" fmla="*/ 36596 h 622397"/>
              <a:gd name="connisteX24" fmla="*/ 179228 w 485722"/>
              <a:gd name="connsiteY24" fmla="*/ 1036 h 622397"/>
              <a:gd name="connisteX25" fmla="*/ 214788 w 485722"/>
              <a:gd name="connsiteY25" fmla="*/ 11196 h 6223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</a:cxnLst>
            <a:rect l="l" t="t" r="r" b="b"/>
            <a:pathLst>
              <a:path w="485722" h="622397">
                <a:moveTo>
                  <a:pt x="214789" y="11197"/>
                </a:moveTo>
                <a:cubicBezTo>
                  <a:pt x="235109" y="11197"/>
                  <a:pt x="254159" y="1037"/>
                  <a:pt x="280829" y="1037"/>
                </a:cubicBezTo>
                <a:cubicBezTo>
                  <a:pt x="307499" y="1037"/>
                  <a:pt x="320199" y="4212"/>
                  <a:pt x="346869" y="11197"/>
                </a:cubicBezTo>
                <a:cubicBezTo>
                  <a:pt x="373539" y="18182"/>
                  <a:pt x="389414" y="18182"/>
                  <a:pt x="412909" y="36597"/>
                </a:cubicBezTo>
                <a:cubicBezTo>
                  <a:pt x="436404" y="55012"/>
                  <a:pt x="449739" y="75967"/>
                  <a:pt x="463709" y="102637"/>
                </a:cubicBezTo>
                <a:cubicBezTo>
                  <a:pt x="477679" y="129307"/>
                  <a:pt x="480219" y="142007"/>
                  <a:pt x="484029" y="168677"/>
                </a:cubicBezTo>
                <a:cubicBezTo>
                  <a:pt x="487839" y="195347"/>
                  <a:pt x="484029" y="208047"/>
                  <a:pt x="484029" y="234717"/>
                </a:cubicBezTo>
                <a:cubicBezTo>
                  <a:pt x="484029" y="261387"/>
                  <a:pt x="485934" y="273452"/>
                  <a:pt x="484029" y="300757"/>
                </a:cubicBezTo>
                <a:cubicBezTo>
                  <a:pt x="482124" y="328062"/>
                  <a:pt x="478949" y="343302"/>
                  <a:pt x="473869" y="371877"/>
                </a:cubicBezTo>
                <a:cubicBezTo>
                  <a:pt x="468789" y="400452"/>
                  <a:pt x="468789" y="415692"/>
                  <a:pt x="458629" y="442997"/>
                </a:cubicBezTo>
                <a:cubicBezTo>
                  <a:pt x="448469" y="470302"/>
                  <a:pt x="443389" y="484907"/>
                  <a:pt x="423069" y="509037"/>
                </a:cubicBezTo>
                <a:cubicBezTo>
                  <a:pt x="402749" y="533167"/>
                  <a:pt x="383699" y="545867"/>
                  <a:pt x="357029" y="564917"/>
                </a:cubicBezTo>
                <a:cubicBezTo>
                  <a:pt x="330359" y="583967"/>
                  <a:pt x="317659" y="594127"/>
                  <a:pt x="290989" y="605557"/>
                </a:cubicBezTo>
                <a:cubicBezTo>
                  <a:pt x="264319" y="616987"/>
                  <a:pt x="251619" y="618892"/>
                  <a:pt x="224949" y="620797"/>
                </a:cubicBezTo>
                <a:cubicBezTo>
                  <a:pt x="198279" y="622702"/>
                  <a:pt x="185579" y="624607"/>
                  <a:pt x="158909" y="615717"/>
                </a:cubicBezTo>
                <a:cubicBezTo>
                  <a:pt x="132239" y="606827"/>
                  <a:pt x="115094" y="596667"/>
                  <a:pt x="92869" y="575077"/>
                </a:cubicBezTo>
                <a:cubicBezTo>
                  <a:pt x="70644" y="553487"/>
                  <a:pt x="60484" y="535707"/>
                  <a:pt x="47149" y="509037"/>
                </a:cubicBezTo>
                <a:cubicBezTo>
                  <a:pt x="33814" y="482367"/>
                  <a:pt x="33814" y="470302"/>
                  <a:pt x="26829" y="442997"/>
                </a:cubicBezTo>
                <a:cubicBezTo>
                  <a:pt x="19844" y="415692"/>
                  <a:pt x="16669" y="399182"/>
                  <a:pt x="11589" y="371877"/>
                </a:cubicBezTo>
                <a:cubicBezTo>
                  <a:pt x="6509" y="344572"/>
                  <a:pt x="3334" y="332507"/>
                  <a:pt x="1429" y="305837"/>
                </a:cubicBezTo>
                <a:cubicBezTo>
                  <a:pt x="-476" y="279167"/>
                  <a:pt x="-476" y="267102"/>
                  <a:pt x="1429" y="239797"/>
                </a:cubicBezTo>
                <a:cubicBezTo>
                  <a:pt x="3334" y="212492"/>
                  <a:pt x="1429" y="195982"/>
                  <a:pt x="11589" y="168677"/>
                </a:cubicBezTo>
                <a:cubicBezTo>
                  <a:pt x="21749" y="141372"/>
                  <a:pt x="31909" y="129307"/>
                  <a:pt x="52229" y="102637"/>
                </a:cubicBezTo>
                <a:cubicBezTo>
                  <a:pt x="72549" y="75967"/>
                  <a:pt x="87789" y="56917"/>
                  <a:pt x="113189" y="36597"/>
                </a:cubicBezTo>
                <a:cubicBezTo>
                  <a:pt x="138589" y="16277"/>
                  <a:pt x="158909" y="6117"/>
                  <a:pt x="179229" y="1037"/>
                </a:cubicBezTo>
                <a:cubicBezTo>
                  <a:pt x="199549" y="-4043"/>
                  <a:pt x="194469" y="11197"/>
                  <a:pt x="214789" y="11197"/>
                </a:cubicBezTo>
                <a:close/>
              </a:path>
            </a:pathLst>
          </a:cu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8" name="任意多边形 257"/>
          <p:cNvSpPr/>
          <p:nvPr/>
        </p:nvSpPr>
        <p:spPr>
          <a:xfrm rot="4800000">
            <a:off x="7917180" y="4042410"/>
            <a:ext cx="1165225" cy="861060"/>
          </a:xfrm>
          <a:custGeom>
            <a:avLst/>
            <a:gdLst>
              <a:gd name="connisteX0" fmla="*/ 214788 w 485722"/>
              <a:gd name="connsiteY0" fmla="*/ 11196 h 622397"/>
              <a:gd name="connisteX1" fmla="*/ 280828 w 485722"/>
              <a:gd name="connsiteY1" fmla="*/ 1036 h 622397"/>
              <a:gd name="connisteX2" fmla="*/ 346868 w 485722"/>
              <a:gd name="connsiteY2" fmla="*/ 11196 h 622397"/>
              <a:gd name="connisteX3" fmla="*/ 412908 w 485722"/>
              <a:gd name="connsiteY3" fmla="*/ 36596 h 622397"/>
              <a:gd name="connisteX4" fmla="*/ 463708 w 485722"/>
              <a:gd name="connsiteY4" fmla="*/ 102636 h 622397"/>
              <a:gd name="connisteX5" fmla="*/ 484028 w 485722"/>
              <a:gd name="connsiteY5" fmla="*/ 168676 h 622397"/>
              <a:gd name="connisteX6" fmla="*/ 484028 w 485722"/>
              <a:gd name="connsiteY6" fmla="*/ 234716 h 622397"/>
              <a:gd name="connisteX7" fmla="*/ 484028 w 485722"/>
              <a:gd name="connsiteY7" fmla="*/ 300756 h 622397"/>
              <a:gd name="connisteX8" fmla="*/ 473868 w 485722"/>
              <a:gd name="connsiteY8" fmla="*/ 371876 h 622397"/>
              <a:gd name="connisteX9" fmla="*/ 458628 w 485722"/>
              <a:gd name="connsiteY9" fmla="*/ 442996 h 622397"/>
              <a:gd name="connisteX10" fmla="*/ 423068 w 485722"/>
              <a:gd name="connsiteY10" fmla="*/ 509036 h 622397"/>
              <a:gd name="connisteX11" fmla="*/ 357028 w 485722"/>
              <a:gd name="connsiteY11" fmla="*/ 564916 h 622397"/>
              <a:gd name="connisteX12" fmla="*/ 290988 w 485722"/>
              <a:gd name="connsiteY12" fmla="*/ 605556 h 622397"/>
              <a:gd name="connisteX13" fmla="*/ 224948 w 485722"/>
              <a:gd name="connsiteY13" fmla="*/ 620796 h 622397"/>
              <a:gd name="connisteX14" fmla="*/ 158908 w 485722"/>
              <a:gd name="connsiteY14" fmla="*/ 615716 h 622397"/>
              <a:gd name="connisteX15" fmla="*/ 92868 w 485722"/>
              <a:gd name="connsiteY15" fmla="*/ 575076 h 622397"/>
              <a:gd name="connisteX16" fmla="*/ 47148 w 485722"/>
              <a:gd name="connsiteY16" fmla="*/ 509036 h 622397"/>
              <a:gd name="connisteX17" fmla="*/ 26828 w 485722"/>
              <a:gd name="connsiteY17" fmla="*/ 442996 h 622397"/>
              <a:gd name="connisteX18" fmla="*/ 11588 w 485722"/>
              <a:gd name="connsiteY18" fmla="*/ 371876 h 622397"/>
              <a:gd name="connisteX19" fmla="*/ 1428 w 485722"/>
              <a:gd name="connsiteY19" fmla="*/ 305836 h 622397"/>
              <a:gd name="connisteX20" fmla="*/ 1428 w 485722"/>
              <a:gd name="connsiteY20" fmla="*/ 239796 h 622397"/>
              <a:gd name="connisteX21" fmla="*/ 11588 w 485722"/>
              <a:gd name="connsiteY21" fmla="*/ 168676 h 622397"/>
              <a:gd name="connisteX22" fmla="*/ 52228 w 485722"/>
              <a:gd name="connsiteY22" fmla="*/ 102636 h 622397"/>
              <a:gd name="connisteX23" fmla="*/ 113188 w 485722"/>
              <a:gd name="connsiteY23" fmla="*/ 36596 h 622397"/>
              <a:gd name="connisteX24" fmla="*/ 179228 w 485722"/>
              <a:gd name="connsiteY24" fmla="*/ 1036 h 622397"/>
              <a:gd name="connisteX25" fmla="*/ 214788 w 485722"/>
              <a:gd name="connsiteY25" fmla="*/ 11196 h 6223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</a:cxnLst>
            <a:rect l="l" t="t" r="r" b="b"/>
            <a:pathLst>
              <a:path w="485722" h="622397">
                <a:moveTo>
                  <a:pt x="214789" y="11197"/>
                </a:moveTo>
                <a:cubicBezTo>
                  <a:pt x="235109" y="11197"/>
                  <a:pt x="254159" y="1037"/>
                  <a:pt x="280829" y="1037"/>
                </a:cubicBezTo>
                <a:cubicBezTo>
                  <a:pt x="307499" y="1037"/>
                  <a:pt x="320199" y="4212"/>
                  <a:pt x="346869" y="11197"/>
                </a:cubicBezTo>
                <a:cubicBezTo>
                  <a:pt x="373539" y="18182"/>
                  <a:pt x="389414" y="18182"/>
                  <a:pt x="412909" y="36597"/>
                </a:cubicBezTo>
                <a:cubicBezTo>
                  <a:pt x="436404" y="55012"/>
                  <a:pt x="449739" y="75967"/>
                  <a:pt x="463709" y="102637"/>
                </a:cubicBezTo>
                <a:cubicBezTo>
                  <a:pt x="477679" y="129307"/>
                  <a:pt x="480219" y="142007"/>
                  <a:pt x="484029" y="168677"/>
                </a:cubicBezTo>
                <a:cubicBezTo>
                  <a:pt x="487839" y="195347"/>
                  <a:pt x="484029" y="208047"/>
                  <a:pt x="484029" y="234717"/>
                </a:cubicBezTo>
                <a:cubicBezTo>
                  <a:pt x="484029" y="261387"/>
                  <a:pt x="485934" y="273452"/>
                  <a:pt x="484029" y="300757"/>
                </a:cubicBezTo>
                <a:cubicBezTo>
                  <a:pt x="482124" y="328062"/>
                  <a:pt x="478949" y="343302"/>
                  <a:pt x="473869" y="371877"/>
                </a:cubicBezTo>
                <a:cubicBezTo>
                  <a:pt x="468789" y="400452"/>
                  <a:pt x="468789" y="415692"/>
                  <a:pt x="458629" y="442997"/>
                </a:cubicBezTo>
                <a:cubicBezTo>
                  <a:pt x="448469" y="470302"/>
                  <a:pt x="443389" y="484907"/>
                  <a:pt x="423069" y="509037"/>
                </a:cubicBezTo>
                <a:cubicBezTo>
                  <a:pt x="402749" y="533167"/>
                  <a:pt x="383699" y="545867"/>
                  <a:pt x="357029" y="564917"/>
                </a:cubicBezTo>
                <a:cubicBezTo>
                  <a:pt x="330359" y="583967"/>
                  <a:pt x="317659" y="594127"/>
                  <a:pt x="290989" y="605557"/>
                </a:cubicBezTo>
                <a:cubicBezTo>
                  <a:pt x="264319" y="616987"/>
                  <a:pt x="251619" y="618892"/>
                  <a:pt x="224949" y="620797"/>
                </a:cubicBezTo>
                <a:cubicBezTo>
                  <a:pt x="198279" y="622702"/>
                  <a:pt x="185579" y="624607"/>
                  <a:pt x="158909" y="615717"/>
                </a:cubicBezTo>
                <a:cubicBezTo>
                  <a:pt x="132239" y="606827"/>
                  <a:pt x="115094" y="596667"/>
                  <a:pt x="92869" y="575077"/>
                </a:cubicBezTo>
                <a:cubicBezTo>
                  <a:pt x="70644" y="553487"/>
                  <a:pt x="60484" y="535707"/>
                  <a:pt x="47149" y="509037"/>
                </a:cubicBezTo>
                <a:cubicBezTo>
                  <a:pt x="33814" y="482367"/>
                  <a:pt x="33814" y="470302"/>
                  <a:pt x="26829" y="442997"/>
                </a:cubicBezTo>
                <a:cubicBezTo>
                  <a:pt x="19844" y="415692"/>
                  <a:pt x="16669" y="399182"/>
                  <a:pt x="11589" y="371877"/>
                </a:cubicBezTo>
                <a:cubicBezTo>
                  <a:pt x="6509" y="344572"/>
                  <a:pt x="3334" y="332507"/>
                  <a:pt x="1429" y="305837"/>
                </a:cubicBezTo>
                <a:cubicBezTo>
                  <a:pt x="-476" y="279167"/>
                  <a:pt x="-476" y="267102"/>
                  <a:pt x="1429" y="239797"/>
                </a:cubicBezTo>
                <a:cubicBezTo>
                  <a:pt x="3334" y="212492"/>
                  <a:pt x="1429" y="195982"/>
                  <a:pt x="11589" y="168677"/>
                </a:cubicBezTo>
                <a:cubicBezTo>
                  <a:pt x="21749" y="141372"/>
                  <a:pt x="31909" y="129307"/>
                  <a:pt x="52229" y="102637"/>
                </a:cubicBezTo>
                <a:cubicBezTo>
                  <a:pt x="72549" y="75967"/>
                  <a:pt x="87789" y="56917"/>
                  <a:pt x="113189" y="36597"/>
                </a:cubicBezTo>
                <a:cubicBezTo>
                  <a:pt x="138589" y="16277"/>
                  <a:pt x="158909" y="6117"/>
                  <a:pt x="179229" y="1037"/>
                </a:cubicBezTo>
                <a:cubicBezTo>
                  <a:pt x="199549" y="-4043"/>
                  <a:pt x="194469" y="11197"/>
                  <a:pt x="214789" y="11197"/>
                </a:cubicBezTo>
                <a:close/>
              </a:path>
            </a:pathLst>
          </a:custGeom>
          <a:noFill/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9" name="椭圆 258"/>
          <p:cNvSpPr/>
          <p:nvPr/>
        </p:nvSpPr>
        <p:spPr>
          <a:xfrm>
            <a:off x="10951210" y="3366770"/>
            <a:ext cx="156210" cy="1548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mpd="sng">
            <a:solidFill>
              <a:schemeClr val="accent5">
                <a:lumMod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60" name="直接连接符 259"/>
          <p:cNvCxnSpPr>
            <a:stCxn id="51" idx="5"/>
            <a:endCxn id="259" idx="1"/>
          </p:cNvCxnSpPr>
          <p:nvPr/>
        </p:nvCxnSpPr>
        <p:spPr>
          <a:xfrm>
            <a:off x="10754360" y="3291840"/>
            <a:ext cx="219710" cy="9779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1" name="直接连接符 260"/>
          <p:cNvCxnSpPr>
            <a:stCxn id="52" idx="6"/>
            <a:endCxn id="259" idx="3"/>
          </p:cNvCxnSpPr>
          <p:nvPr/>
        </p:nvCxnSpPr>
        <p:spPr>
          <a:xfrm flipV="1">
            <a:off x="10828020" y="3498850"/>
            <a:ext cx="146050" cy="18224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>
          <a:xfrm>
            <a:off x="9676130" y="6101080"/>
            <a:ext cx="156210" cy="1548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9401175" y="6275705"/>
            <a:ext cx="156210" cy="1548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4" name="直接连接符 33"/>
          <p:cNvCxnSpPr/>
          <p:nvPr/>
        </p:nvCxnSpPr>
        <p:spPr>
          <a:xfrm flipH="1">
            <a:off x="9549765" y="6216650"/>
            <a:ext cx="156845" cy="11176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椭圆 34"/>
          <p:cNvSpPr/>
          <p:nvPr/>
        </p:nvSpPr>
        <p:spPr>
          <a:xfrm>
            <a:off x="9391015" y="5911215"/>
            <a:ext cx="156210" cy="1548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6" name="直接连接符 35"/>
          <p:cNvCxnSpPr>
            <a:stCxn id="35" idx="4"/>
            <a:endCxn id="30" idx="0"/>
          </p:cNvCxnSpPr>
          <p:nvPr/>
        </p:nvCxnSpPr>
        <p:spPr>
          <a:xfrm>
            <a:off x="9469120" y="6066155"/>
            <a:ext cx="10160" cy="20955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" name="流程图: 决策 97"/>
          <p:cNvSpPr/>
          <p:nvPr/>
        </p:nvSpPr>
        <p:spPr>
          <a:xfrm>
            <a:off x="4909185" y="1851025"/>
            <a:ext cx="1245235" cy="730885"/>
          </a:xfrm>
          <a:prstGeom prst="flowChartDecisi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2" name="直接箭头连接符 81"/>
          <p:cNvCxnSpPr/>
          <p:nvPr/>
        </p:nvCxnSpPr>
        <p:spPr>
          <a:xfrm flipV="1">
            <a:off x="4257675" y="4175760"/>
            <a:ext cx="118745" cy="10350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肘形连接符 36"/>
          <p:cNvCxnSpPr/>
          <p:nvPr/>
        </p:nvCxnSpPr>
        <p:spPr>
          <a:xfrm rot="10800000" flipV="1">
            <a:off x="8402320" y="1094105"/>
            <a:ext cx="669290" cy="494665"/>
          </a:xfrm>
          <a:prstGeom prst="bentConnector3">
            <a:avLst>
              <a:gd name="adj1" fmla="val 63187"/>
            </a:avLst>
          </a:prstGeom>
          <a:ln>
            <a:solidFill>
              <a:schemeClr val="accent2">
                <a:lumMod val="50000"/>
              </a:schemeClr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肘形连接符 37"/>
          <p:cNvCxnSpPr/>
          <p:nvPr/>
        </p:nvCxnSpPr>
        <p:spPr>
          <a:xfrm rot="10800000">
            <a:off x="8416925" y="1591310"/>
            <a:ext cx="577850" cy="203200"/>
          </a:xfrm>
          <a:prstGeom prst="bentConnector3">
            <a:avLst>
              <a:gd name="adj1" fmla="val 59780"/>
            </a:avLst>
          </a:prstGeom>
          <a:ln>
            <a:solidFill>
              <a:schemeClr val="accent2">
                <a:lumMod val="50000"/>
              </a:schemeClr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5" name="肘形连接符 154"/>
          <p:cNvCxnSpPr/>
          <p:nvPr/>
        </p:nvCxnSpPr>
        <p:spPr>
          <a:xfrm rot="10800000">
            <a:off x="8324850" y="1588135"/>
            <a:ext cx="673100" cy="670560"/>
          </a:xfrm>
          <a:prstGeom prst="bentConnector3">
            <a:avLst>
              <a:gd name="adj1" fmla="val 51792"/>
            </a:avLst>
          </a:prstGeom>
          <a:ln>
            <a:solidFill>
              <a:schemeClr val="accent2">
                <a:lumMod val="50000"/>
              </a:schemeClr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6" name="矩形 185"/>
          <p:cNvSpPr/>
          <p:nvPr/>
        </p:nvSpPr>
        <p:spPr>
          <a:xfrm>
            <a:off x="146685" y="148590"/>
            <a:ext cx="4177665" cy="2456180"/>
          </a:xfrm>
          <a:prstGeom prst="rect">
            <a:avLst/>
          </a:prstGeom>
          <a:noFill/>
          <a:ln w="28575" cmpd="sng">
            <a:solidFill>
              <a:schemeClr val="accent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4449445" y="183515"/>
            <a:ext cx="2326005" cy="4387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5097145" y="231140"/>
            <a:ext cx="17526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/>
              <a:t>Evaluation Agent</a:t>
            </a:r>
            <a:endParaRPr lang="en-US" altLang="zh-CN" sz="1600" b="1"/>
          </a:p>
        </p:txBody>
      </p:sp>
      <p:sp>
        <p:nvSpPr>
          <p:cNvPr id="53" name="矩形 52"/>
          <p:cNvSpPr/>
          <p:nvPr/>
        </p:nvSpPr>
        <p:spPr>
          <a:xfrm>
            <a:off x="180975" y="179070"/>
            <a:ext cx="2195830" cy="414020"/>
          </a:xfrm>
          <a:prstGeom prst="rect">
            <a:avLst/>
          </a:prstGeom>
          <a:solidFill>
            <a:srgbClr val="FEEBF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820420" y="231140"/>
            <a:ext cx="16021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/>
              <a:t>Manager Agent</a:t>
            </a:r>
            <a:endParaRPr lang="en-US" altLang="zh-CN" sz="1600" b="1"/>
          </a:p>
        </p:txBody>
      </p:sp>
      <p:sp>
        <p:nvSpPr>
          <p:cNvPr id="59" name="矩形 58"/>
          <p:cNvSpPr/>
          <p:nvPr/>
        </p:nvSpPr>
        <p:spPr>
          <a:xfrm>
            <a:off x="179070" y="2695575"/>
            <a:ext cx="2271395" cy="424815"/>
          </a:xfrm>
          <a:prstGeom prst="rect">
            <a:avLst/>
          </a:prstGeom>
          <a:solidFill>
            <a:srgbClr val="D3E9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767080" y="2735580"/>
            <a:ext cx="1684020" cy="332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/>
              <a:t> Perception Agent</a:t>
            </a:r>
            <a:endParaRPr lang="en-US" altLang="zh-CN" sz="1600" b="1"/>
          </a:p>
        </p:txBody>
      </p:sp>
      <p:sp>
        <p:nvSpPr>
          <p:cNvPr id="65" name="矩形 64"/>
          <p:cNvSpPr/>
          <p:nvPr/>
        </p:nvSpPr>
        <p:spPr>
          <a:xfrm>
            <a:off x="5543550" y="2698115"/>
            <a:ext cx="2461260" cy="435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5878195" y="2760980"/>
            <a:ext cx="23488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/>
              <a:t>Enhancement Agent</a:t>
            </a:r>
            <a:endParaRPr lang="en-US" altLang="zh-CN" sz="1600" b="1"/>
          </a:p>
        </p:txBody>
      </p:sp>
      <p:sp>
        <p:nvSpPr>
          <p:cNvPr id="113" name="文本框 112"/>
          <p:cNvSpPr txBox="1"/>
          <p:nvPr/>
        </p:nvSpPr>
        <p:spPr>
          <a:xfrm>
            <a:off x="6622415" y="4394835"/>
            <a:ext cx="590550" cy="182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/>
              <a:t>Prompt</a:t>
            </a:r>
            <a:endParaRPr lang="en-US" altLang="zh-CN" sz="1000" b="1"/>
          </a:p>
        </p:txBody>
      </p:sp>
      <p:pic>
        <p:nvPicPr>
          <p:cNvPr id="115" name="图片 1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2965" y="4404360"/>
            <a:ext cx="358775" cy="358775"/>
          </a:xfrm>
          <a:prstGeom prst="rect">
            <a:avLst/>
          </a:prstGeom>
        </p:spPr>
      </p:pic>
      <p:sp>
        <p:nvSpPr>
          <p:cNvPr id="116" name="圆角矩形 115"/>
          <p:cNvSpPr/>
          <p:nvPr/>
        </p:nvSpPr>
        <p:spPr>
          <a:xfrm>
            <a:off x="7218680" y="4392295"/>
            <a:ext cx="356400" cy="355600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7" name="文本框 116"/>
          <p:cNvSpPr txBox="1"/>
          <p:nvPr/>
        </p:nvSpPr>
        <p:spPr>
          <a:xfrm>
            <a:off x="7183120" y="4759325"/>
            <a:ext cx="508000" cy="203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 b="1"/>
              <a:t>LLM</a:t>
            </a:r>
            <a:endParaRPr lang="en-US" altLang="zh-CN" sz="1200" b="1"/>
          </a:p>
          <a:p>
            <a:endParaRPr lang="en-US" altLang="zh-CN" sz="1200" b="1"/>
          </a:p>
        </p:txBody>
      </p:sp>
      <p:sp>
        <p:nvSpPr>
          <p:cNvPr id="119" name="文本框 118"/>
          <p:cNvSpPr txBox="1"/>
          <p:nvPr/>
        </p:nvSpPr>
        <p:spPr>
          <a:xfrm>
            <a:off x="7596505" y="4371975"/>
            <a:ext cx="8712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New Nodes</a:t>
            </a:r>
            <a:endParaRPr lang="en-US" altLang="zh-CN" sz="1000" b="1"/>
          </a:p>
        </p:txBody>
      </p:sp>
      <p:cxnSp>
        <p:nvCxnSpPr>
          <p:cNvPr id="222" name="直接箭头连接符 221"/>
          <p:cNvCxnSpPr/>
          <p:nvPr/>
        </p:nvCxnSpPr>
        <p:spPr>
          <a:xfrm flipH="1">
            <a:off x="3667125" y="3230880"/>
            <a:ext cx="901700" cy="1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" name="图片 13" descr="机器人_o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60" y="2652395"/>
            <a:ext cx="586105" cy="586105"/>
          </a:xfrm>
          <a:prstGeom prst="rect">
            <a:avLst/>
          </a:prstGeom>
        </p:spPr>
      </p:pic>
      <p:pic>
        <p:nvPicPr>
          <p:cNvPr id="15" name="图片 14" descr="机器人_o (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30" y="130810"/>
            <a:ext cx="586800" cy="586800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229235" y="717550"/>
            <a:ext cx="1917065" cy="8242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endParaRPr lang="zh-CN" altLang="en-US" sz="1400" b="1"/>
          </a:p>
          <a:p>
            <a:endParaRPr lang="zh-CN" altLang="en-US" sz="1400" b="1"/>
          </a:p>
          <a:p>
            <a:r>
              <a:rPr lang="en-US" altLang="zh-CN" sz="1400" b="1"/>
              <a:t>    </a:t>
            </a:r>
            <a:r>
              <a:rPr lang="zh-CN" altLang="en-US" sz="1400" b="1"/>
              <a:t>Agent initialization</a:t>
            </a:r>
            <a:endParaRPr lang="zh-CN" altLang="en-US" sz="1400" b="1"/>
          </a:p>
        </p:txBody>
      </p:sp>
      <p:sp>
        <p:nvSpPr>
          <p:cNvPr id="77" name="文本框 76"/>
          <p:cNvSpPr txBox="1"/>
          <p:nvPr/>
        </p:nvSpPr>
        <p:spPr>
          <a:xfrm>
            <a:off x="2750820" y="1872615"/>
            <a:ext cx="1447165" cy="6902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endParaRPr lang="zh-CN" altLang="en-US" sz="1400" b="1"/>
          </a:p>
          <a:p>
            <a:r>
              <a:rPr lang="en-US" altLang="zh-CN" sz="1400" b="1"/>
              <a:t>                           </a:t>
            </a:r>
            <a:endParaRPr lang="zh-CN" altLang="en-US" sz="1400" b="1"/>
          </a:p>
        </p:txBody>
      </p:sp>
      <p:sp>
        <p:nvSpPr>
          <p:cNvPr id="80" name="文本框 79"/>
          <p:cNvSpPr txBox="1"/>
          <p:nvPr/>
        </p:nvSpPr>
        <p:spPr>
          <a:xfrm>
            <a:off x="2707005" y="1224915"/>
            <a:ext cx="1544320" cy="5219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en-US" altLang="zh-CN" sz="1400" b="1"/>
              <a:t>Enhanced data preservation</a:t>
            </a:r>
            <a:endParaRPr lang="en-US" altLang="zh-CN" sz="1400" b="1"/>
          </a:p>
        </p:txBody>
      </p:sp>
      <p:cxnSp>
        <p:nvCxnSpPr>
          <p:cNvPr id="84" name="肘形连接符 83"/>
          <p:cNvCxnSpPr/>
          <p:nvPr/>
        </p:nvCxnSpPr>
        <p:spPr>
          <a:xfrm rot="5400000" flipV="1">
            <a:off x="4059590" y="2122135"/>
            <a:ext cx="306000" cy="1186815"/>
          </a:xfrm>
          <a:prstGeom prst="bentConnector3">
            <a:avLst>
              <a:gd name="adj1" fmla="val 60533"/>
            </a:avLst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6" name="图片 85" descr="数据库 (2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6595" y="2786380"/>
            <a:ext cx="623570" cy="623570"/>
          </a:xfrm>
          <a:prstGeom prst="rect">
            <a:avLst/>
          </a:prstGeom>
        </p:spPr>
      </p:pic>
      <p:sp>
        <p:nvSpPr>
          <p:cNvPr id="87" name="文本框 86"/>
          <p:cNvSpPr txBox="1"/>
          <p:nvPr/>
        </p:nvSpPr>
        <p:spPr>
          <a:xfrm>
            <a:off x="3619500" y="2847340"/>
            <a:ext cx="1010920" cy="476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 b="1">
                <a:solidFill>
                  <a:schemeClr val="bg2">
                    <a:lumMod val="50000"/>
                  </a:schemeClr>
                </a:solidFill>
              </a:rPr>
              <a:t>G</a:t>
            </a:r>
            <a:r>
              <a:rPr lang="zh-CN" altLang="en-US" sz="1000" b="1">
                <a:solidFill>
                  <a:schemeClr val="bg2">
                    <a:lumMod val="50000"/>
                  </a:schemeClr>
                </a:solidFill>
              </a:rPr>
              <a:t>raph construction</a:t>
            </a:r>
            <a:endParaRPr lang="zh-CN" altLang="en-US" sz="1000" b="1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8" name="图片 87" descr="机器人_o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65" y="717550"/>
            <a:ext cx="586105" cy="586105"/>
          </a:xfrm>
          <a:prstGeom prst="rect">
            <a:avLst/>
          </a:prstGeom>
        </p:spPr>
      </p:pic>
      <p:sp>
        <p:nvSpPr>
          <p:cNvPr id="93" name="文本框 92"/>
          <p:cNvSpPr txBox="1"/>
          <p:nvPr/>
        </p:nvSpPr>
        <p:spPr>
          <a:xfrm>
            <a:off x="1214120" y="3296920"/>
            <a:ext cx="1522095" cy="379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 b="1">
                <a:solidFill>
                  <a:schemeClr val="bg2">
                    <a:lumMod val="50000"/>
                  </a:schemeClr>
                </a:solidFill>
              </a:rPr>
              <a:t>Environment</a:t>
            </a:r>
            <a:r>
              <a:rPr lang="zh-CN" altLang="en-US" sz="1000" b="1">
                <a:solidFill>
                  <a:schemeClr val="bg2">
                    <a:lumMod val="50000"/>
                  </a:schemeClr>
                </a:solidFill>
              </a:rPr>
              <a:t> detection</a:t>
            </a:r>
            <a:endParaRPr lang="zh-CN" altLang="en-US" sz="1000" b="1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r>
              <a:rPr lang="en-US" altLang="zh-CN" sz="1000" b="1">
                <a:solidFill>
                  <a:schemeClr val="bg2">
                    <a:lumMod val="50000"/>
                  </a:schemeClr>
                </a:solidFill>
                <a:sym typeface="+mn-ea"/>
              </a:rPr>
              <a:t>Label</a:t>
            </a:r>
            <a:r>
              <a:rPr lang="zh-CN" altLang="en-US" sz="1000" b="1">
                <a:solidFill>
                  <a:schemeClr val="bg2">
                    <a:lumMod val="50000"/>
                  </a:schemeClr>
                </a:solidFill>
                <a:sym typeface="+mn-ea"/>
              </a:rPr>
              <a:t> detection</a:t>
            </a:r>
            <a:endParaRPr lang="zh-CN" altLang="en-US" sz="1000" b="1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endParaRPr lang="zh-CN" altLang="en-US" sz="1000" b="1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endParaRPr lang="zh-CN" altLang="en-US" sz="10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88265" y="4662805"/>
            <a:ext cx="8489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 b="1">
                <a:solidFill>
                  <a:schemeClr val="bg2">
                    <a:lumMod val="50000"/>
                  </a:schemeClr>
                </a:solidFill>
              </a:rPr>
              <a:t>Environmental </a:t>
            </a:r>
            <a:br>
              <a:rPr lang="zh-CN" altLang="en-US" sz="800" b="1">
                <a:solidFill>
                  <a:schemeClr val="bg2">
                    <a:lumMod val="50000"/>
                  </a:schemeClr>
                </a:solidFill>
              </a:rPr>
            </a:br>
            <a:r>
              <a:rPr lang="zh-CN" altLang="en-US" sz="800" b="1">
                <a:solidFill>
                  <a:schemeClr val="bg2">
                    <a:lumMod val="50000"/>
                  </a:schemeClr>
                </a:solidFill>
              </a:rPr>
              <a:t>report</a:t>
            </a:r>
            <a:endParaRPr lang="zh-CN" alt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95" name="图片 94" descr="报告"/>
          <p:cNvPicPr>
            <a:picLocks noChangeAspect="1"/>
          </p:cNvPicPr>
          <p:nvPr/>
        </p:nvPicPr>
        <p:blipFill>
          <a:blip r:embed="rId5">
            <a:alphaModFix amt="59000"/>
          </a:blip>
          <a:stretch>
            <a:fillRect/>
          </a:stretch>
        </p:blipFill>
        <p:spPr>
          <a:xfrm>
            <a:off x="266065" y="4288155"/>
            <a:ext cx="426720" cy="426720"/>
          </a:xfrm>
          <a:prstGeom prst="rect">
            <a:avLst/>
          </a:prstGeom>
        </p:spPr>
      </p:pic>
      <p:cxnSp>
        <p:nvCxnSpPr>
          <p:cNvPr id="96" name="直接箭头连接符 95"/>
          <p:cNvCxnSpPr/>
          <p:nvPr/>
        </p:nvCxnSpPr>
        <p:spPr>
          <a:xfrm>
            <a:off x="1446530" y="4479925"/>
            <a:ext cx="432000" cy="19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9" name="图片 98" descr="DP-节点-采样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8495" y="3846195"/>
            <a:ext cx="433070" cy="433070"/>
          </a:xfrm>
          <a:prstGeom prst="rect">
            <a:avLst/>
          </a:prstGeom>
        </p:spPr>
      </p:pic>
      <p:sp>
        <p:nvSpPr>
          <p:cNvPr id="105" name="文本框 104"/>
          <p:cNvSpPr txBox="1"/>
          <p:nvPr/>
        </p:nvSpPr>
        <p:spPr>
          <a:xfrm>
            <a:off x="3016250" y="4363085"/>
            <a:ext cx="18218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sz="1000" b="1">
                <a:solidFill>
                  <a:schemeClr val="bg2">
                    <a:lumMod val="25000"/>
                  </a:schemeClr>
                </a:solidFill>
              </a:rPr>
              <a:t>PPR starting area selection</a:t>
            </a:r>
            <a:endParaRPr sz="1000" b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09" name="图片 10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880" y="3124200"/>
            <a:ext cx="958850" cy="675640"/>
          </a:xfrm>
          <a:prstGeom prst="rect">
            <a:avLst/>
          </a:prstGeom>
        </p:spPr>
      </p:pic>
      <p:sp>
        <p:nvSpPr>
          <p:cNvPr id="111" name="文本框 110"/>
          <p:cNvSpPr txBox="1"/>
          <p:nvPr/>
        </p:nvSpPr>
        <p:spPr>
          <a:xfrm>
            <a:off x="4571365" y="4472305"/>
            <a:ext cx="8578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chemeClr val="bg2">
                    <a:lumMod val="50000"/>
                  </a:schemeClr>
                </a:solidFill>
              </a:rPr>
              <a:t>PPR score</a:t>
            </a:r>
            <a:endParaRPr lang="zh-CN" altLang="en-US" sz="1200" b="1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121" name="肘形连接符 120"/>
          <p:cNvCxnSpPr/>
          <p:nvPr/>
        </p:nvCxnSpPr>
        <p:spPr>
          <a:xfrm>
            <a:off x="2372995" y="4062095"/>
            <a:ext cx="401955" cy="173355"/>
          </a:xfrm>
          <a:prstGeom prst="bentConnector3">
            <a:avLst>
              <a:gd name="adj1" fmla="val 5007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2" name="肘形连接符 121"/>
          <p:cNvCxnSpPr>
            <a:stCxn id="191" idx="1"/>
            <a:endCxn id="99" idx="2"/>
          </p:cNvCxnSpPr>
          <p:nvPr/>
        </p:nvCxnSpPr>
        <p:spPr>
          <a:xfrm rot="10800000">
            <a:off x="2145030" y="4279265"/>
            <a:ext cx="1245870" cy="59880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25" name="图片 124" descr="机器人_o (6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67045" y="2662555"/>
            <a:ext cx="586800" cy="586800"/>
          </a:xfrm>
          <a:prstGeom prst="rect">
            <a:avLst/>
          </a:prstGeom>
        </p:spPr>
      </p:pic>
      <p:pic>
        <p:nvPicPr>
          <p:cNvPr id="126" name="图片 125" descr="机器人_o (6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540" y="717550"/>
            <a:ext cx="586800" cy="586800"/>
          </a:xfrm>
          <a:prstGeom prst="rect">
            <a:avLst/>
          </a:prstGeom>
        </p:spPr>
      </p:pic>
      <p:cxnSp>
        <p:nvCxnSpPr>
          <p:cNvPr id="128" name="肘形连接符 127"/>
          <p:cNvCxnSpPr>
            <a:stCxn id="34" idx="3"/>
            <a:endCxn id="132" idx="1"/>
          </p:cNvCxnSpPr>
          <p:nvPr/>
        </p:nvCxnSpPr>
        <p:spPr>
          <a:xfrm flipV="1">
            <a:off x="5382260" y="3585210"/>
            <a:ext cx="1075690" cy="777875"/>
          </a:xfrm>
          <a:prstGeom prst="bentConnector3">
            <a:avLst>
              <a:gd name="adj1" fmla="val 50000"/>
            </a:avLst>
          </a:prstGeom>
          <a:ln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0" name="文本框 129"/>
          <p:cNvSpPr txBox="1"/>
          <p:nvPr/>
        </p:nvSpPr>
        <p:spPr>
          <a:xfrm>
            <a:off x="5626100" y="3324225"/>
            <a:ext cx="10109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 b="1">
                <a:solidFill>
                  <a:schemeClr val="bg2">
                    <a:lumMod val="25000"/>
                  </a:schemeClr>
                </a:solidFill>
              </a:rPr>
              <a:t>Knowledge</a:t>
            </a:r>
            <a:endParaRPr lang="en-US" altLang="zh-CN" sz="1200" b="1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r>
              <a:rPr lang="en-US" altLang="zh-CN" sz="1200" b="1">
                <a:solidFill>
                  <a:schemeClr val="bg2">
                    <a:lumMod val="25000"/>
                  </a:schemeClr>
                </a:solidFill>
              </a:rPr>
              <a:t>Corpus</a:t>
            </a:r>
            <a:endParaRPr lang="en-US" altLang="zh-CN" sz="1200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6992620" y="3454400"/>
            <a:ext cx="2121535" cy="36893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 I</a:t>
            </a:r>
            <a:r>
              <a:rPr lang="zh-CN" altLang="en-US" sz="1400" b="1">
                <a:solidFill>
                  <a:schemeClr val="tx1"/>
                </a:solidFill>
              </a:rPr>
              <a:t>ngest sampled data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pic>
        <p:nvPicPr>
          <p:cNvPr id="132" name="图片 131" descr="实时采样数据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7950" y="3347085"/>
            <a:ext cx="476250" cy="476250"/>
          </a:xfrm>
          <a:prstGeom prst="rect">
            <a:avLst/>
          </a:prstGeom>
        </p:spPr>
      </p:pic>
      <p:cxnSp>
        <p:nvCxnSpPr>
          <p:cNvPr id="135" name="直接箭头连接符 134"/>
          <p:cNvCxnSpPr/>
          <p:nvPr/>
        </p:nvCxnSpPr>
        <p:spPr>
          <a:xfrm>
            <a:off x="6637020" y="4617085"/>
            <a:ext cx="532130" cy="4445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8" name="直接箭头连接符 137"/>
          <p:cNvCxnSpPr/>
          <p:nvPr/>
        </p:nvCxnSpPr>
        <p:spPr>
          <a:xfrm>
            <a:off x="7630160" y="4621530"/>
            <a:ext cx="821055" cy="0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1" name="图片 140" descr="机器人_o (7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2465" y="187325"/>
            <a:ext cx="586800" cy="586800"/>
          </a:xfrm>
          <a:prstGeom prst="rect">
            <a:avLst/>
          </a:prstGeom>
        </p:spPr>
      </p:pic>
      <p:pic>
        <p:nvPicPr>
          <p:cNvPr id="142" name="图片 141" descr="机器人_o (7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99235" y="717550"/>
            <a:ext cx="586800" cy="586800"/>
          </a:xfrm>
          <a:prstGeom prst="rect">
            <a:avLst/>
          </a:prstGeom>
        </p:spPr>
      </p:pic>
      <p:sp>
        <p:nvSpPr>
          <p:cNvPr id="144" name="文本框 143"/>
          <p:cNvSpPr txBox="1"/>
          <p:nvPr/>
        </p:nvSpPr>
        <p:spPr>
          <a:xfrm>
            <a:off x="7218680" y="1089660"/>
            <a:ext cx="962660" cy="9067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noAutofit/>
          </a:bodyPr>
          <a:p>
            <a:pPr algn="ctr"/>
            <a:endParaRPr lang="zh-CN" altLang="en-US" sz="1200" b="1"/>
          </a:p>
          <a:p>
            <a:pPr algn="ctr"/>
            <a:endParaRPr lang="zh-CN" altLang="en-US" sz="1200" b="1"/>
          </a:p>
          <a:p>
            <a:pPr algn="ctr"/>
            <a:r>
              <a:rPr lang="zh-CN" altLang="en-US" sz="1200" b="1"/>
              <a:t>Quality </a:t>
            </a:r>
            <a:endParaRPr lang="zh-CN" altLang="en-US" sz="1200" b="1"/>
          </a:p>
          <a:p>
            <a:pPr algn="ctr"/>
            <a:r>
              <a:rPr lang="zh-CN" altLang="en-US" sz="1200" b="1"/>
              <a:t>evaluation</a:t>
            </a:r>
            <a:endParaRPr lang="zh-CN" altLang="en-US" sz="1200" b="1"/>
          </a:p>
        </p:txBody>
      </p:sp>
      <p:pic>
        <p:nvPicPr>
          <p:cNvPr id="145" name="图片 144" descr="118评估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86015" y="1123315"/>
            <a:ext cx="461010" cy="461010"/>
          </a:xfrm>
          <a:prstGeom prst="rect">
            <a:avLst/>
          </a:prstGeom>
        </p:spPr>
      </p:pic>
      <p:sp>
        <p:nvSpPr>
          <p:cNvPr id="147" name="文本框 146"/>
          <p:cNvSpPr txBox="1"/>
          <p:nvPr/>
        </p:nvSpPr>
        <p:spPr>
          <a:xfrm>
            <a:off x="9527540" y="269875"/>
            <a:ext cx="121793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solidFill>
                  <a:schemeClr val="bg2">
                    <a:lumMod val="50000"/>
                  </a:schemeClr>
                </a:solidFill>
              </a:rPr>
              <a:t>Previous</a:t>
            </a:r>
            <a:endParaRPr lang="en-US" altLang="zh-CN" sz="1000" b="1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r>
              <a:rPr lang="zh-CN" altLang="en-US" sz="1000" b="1">
                <a:solidFill>
                  <a:schemeClr val="bg2">
                    <a:lumMod val="50000"/>
                  </a:schemeClr>
                </a:solidFill>
              </a:rPr>
              <a:t>Environmental report</a:t>
            </a:r>
            <a:r>
              <a:rPr lang="en-US" altLang="zh-CN" sz="1000" b="1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altLang="zh-CN" sz="1000" b="1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48" name="图片 147" descr="报告"/>
          <p:cNvPicPr>
            <a:picLocks noChangeAspect="1"/>
          </p:cNvPicPr>
          <p:nvPr/>
        </p:nvPicPr>
        <p:blipFill>
          <a:blip r:embed="rId5">
            <a:alphaModFix amt="59000"/>
          </a:blip>
          <a:stretch>
            <a:fillRect/>
          </a:stretch>
        </p:blipFill>
        <p:spPr>
          <a:xfrm>
            <a:off x="9067800" y="231140"/>
            <a:ext cx="580390" cy="580390"/>
          </a:xfrm>
          <a:prstGeom prst="rect">
            <a:avLst/>
          </a:prstGeom>
        </p:spPr>
      </p:pic>
      <p:cxnSp>
        <p:nvCxnSpPr>
          <p:cNvPr id="153" name="直接箭头连接符 152"/>
          <p:cNvCxnSpPr/>
          <p:nvPr/>
        </p:nvCxnSpPr>
        <p:spPr>
          <a:xfrm flipH="1" flipV="1">
            <a:off x="10152380" y="2456180"/>
            <a:ext cx="4445" cy="1908175"/>
          </a:xfrm>
          <a:prstGeom prst="straightConnector1">
            <a:avLst/>
          </a:prstGeom>
          <a:ln w="9525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4" name="肘形连接符 153"/>
          <p:cNvCxnSpPr/>
          <p:nvPr/>
        </p:nvCxnSpPr>
        <p:spPr>
          <a:xfrm rot="10800000" flipV="1">
            <a:off x="8181975" y="624840"/>
            <a:ext cx="932815" cy="966470"/>
          </a:xfrm>
          <a:prstGeom prst="bentConnector3">
            <a:avLst>
              <a:gd name="adj1" fmla="val 49966"/>
            </a:avLst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2" name="文本框 161"/>
          <p:cNvSpPr txBox="1"/>
          <p:nvPr/>
        </p:nvSpPr>
        <p:spPr>
          <a:xfrm>
            <a:off x="4966335" y="2051050"/>
            <a:ext cx="1078865" cy="289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/>
              <a:t>Convergence?</a:t>
            </a:r>
            <a:endParaRPr lang="en-US" altLang="zh-CN" sz="1200" b="1"/>
          </a:p>
        </p:txBody>
      </p:sp>
      <p:sp>
        <p:nvSpPr>
          <p:cNvPr id="187" name="矩形 186"/>
          <p:cNvSpPr/>
          <p:nvPr/>
        </p:nvSpPr>
        <p:spPr>
          <a:xfrm>
            <a:off x="4407535" y="144145"/>
            <a:ext cx="6198235" cy="2460625"/>
          </a:xfrm>
          <a:prstGeom prst="rect">
            <a:avLst/>
          </a:prstGeom>
          <a:noFill/>
          <a:ln w="28575" cmpd="sng">
            <a:solidFill>
              <a:schemeClr val="accent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8" name="矩形 187"/>
          <p:cNvSpPr/>
          <p:nvPr/>
        </p:nvSpPr>
        <p:spPr>
          <a:xfrm>
            <a:off x="146685" y="2666365"/>
            <a:ext cx="5319395" cy="2436495"/>
          </a:xfrm>
          <a:prstGeom prst="rect">
            <a:avLst/>
          </a:prstGeom>
          <a:noFill/>
          <a:ln w="28575" cmpd="sng">
            <a:solidFill>
              <a:schemeClr val="accent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9" name="矩形 188"/>
          <p:cNvSpPr/>
          <p:nvPr/>
        </p:nvSpPr>
        <p:spPr>
          <a:xfrm>
            <a:off x="5507990" y="2666365"/>
            <a:ext cx="5097145" cy="2435860"/>
          </a:xfrm>
          <a:prstGeom prst="rect">
            <a:avLst/>
          </a:prstGeom>
          <a:noFill/>
          <a:ln w="28575" cmpd="sng">
            <a:solidFill>
              <a:schemeClr val="accent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 descr="流程模版配置"/>
          <p:cNvPicPr>
            <a:picLocks noChangeAspect="1"/>
          </p:cNvPicPr>
          <p:nvPr/>
        </p:nvPicPr>
        <p:blipFill>
          <a:blip r:embed="rId12">
            <a:alphaModFix amt="85000"/>
          </a:blip>
          <a:stretch>
            <a:fillRect/>
          </a:stretch>
        </p:blipFill>
        <p:spPr>
          <a:xfrm>
            <a:off x="2929255" y="1997075"/>
            <a:ext cx="461010" cy="461010"/>
          </a:xfrm>
          <a:prstGeom prst="rect">
            <a:avLst/>
          </a:prstGeom>
        </p:spPr>
      </p:pic>
      <p:cxnSp>
        <p:nvCxnSpPr>
          <p:cNvPr id="5" name="直接箭头连接符 4"/>
          <p:cNvCxnSpPr/>
          <p:nvPr/>
        </p:nvCxnSpPr>
        <p:spPr>
          <a:xfrm flipH="1">
            <a:off x="1289685" y="3510280"/>
            <a:ext cx="1372235" cy="3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rcRect l="2119" t="48214" r="56556" b="1786"/>
          <a:stretch>
            <a:fillRect/>
          </a:stretch>
        </p:blipFill>
        <p:spPr>
          <a:xfrm>
            <a:off x="4838065" y="3934460"/>
            <a:ext cx="501650" cy="428625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7215" y="4008120"/>
            <a:ext cx="360045" cy="253365"/>
          </a:xfrm>
          <a:prstGeom prst="rect">
            <a:avLst/>
          </a:prstGeom>
          <a:ln w="6350">
            <a:solidFill>
              <a:schemeClr val="bg2"/>
            </a:solidFill>
          </a:ln>
        </p:spPr>
      </p:pic>
      <p:sp>
        <p:nvSpPr>
          <p:cNvPr id="9" name="矩形 8"/>
          <p:cNvSpPr/>
          <p:nvPr/>
        </p:nvSpPr>
        <p:spPr>
          <a:xfrm>
            <a:off x="4409440" y="4139565"/>
            <a:ext cx="149225" cy="111760"/>
          </a:xfrm>
          <a:prstGeom prst="rect">
            <a:avLst/>
          </a:prstGeom>
          <a:noFill/>
          <a:ln w="6350" cmpd="sng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>
            <a:stCxn id="9" idx="3"/>
            <a:endCxn id="7" idx="1"/>
          </p:cNvCxnSpPr>
          <p:nvPr/>
        </p:nvCxnSpPr>
        <p:spPr>
          <a:xfrm flipV="1">
            <a:off x="4558665" y="4149090"/>
            <a:ext cx="279400" cy="46355"/>
          </a:xfrm>
          <a:prstGeom prst="straightConnector1">
            <a:avLst/>
          </a:prstGeom>
          <a:ln w="9525" cmpd="sng">
            <a:solidFill>
              <a:schemeClr val="accent6">
                <a:lumMod val="50000"/>
              </a:schemeClr>
            </a:solidFill>
            <a:prstDash val="sysDash"/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31385" y="4703445"/>
            <a:ext cx="581025" cy="325120"/>
          </a:xfrm>
          <a:prstGeom prst="rect">
            <a:avLst/>
          </a:prstGeom>
        </p:spPr>
      </p:pic>
      <p:cxnSp>
        <p:nvCxnSpPr>
          <p:cNvPr id="17" name="直接箭头连接符 16"/>
          <p:cNvCxnSpPr/>
          <p:nvPr/>
        </p:nvCxnSpPr>
        <p:spPr>
          <a:xfrm flipH="1" flipV="1">
            <a:off x="4058920" y="4850765"/>
            <a:ext cx="626745" cy="3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3594735" y="4854575"/>
            <a:ext cx="68643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 b="1">
                <a:solidFill>
                  <a:schemeClr val="bg2">
                    <a:lumMod val="50000"/>
                  </a:schemeClr>
                </a:solidFill>
              </a:rPr>
              <a:t>Top 10%</a:t>
            </a:r>
            <a:endParaRPr lang="en-US" altLang="zh-CN" sz="9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756025" y="4707255"/>
            <a:ext cx="187200" cy="1873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22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1" name="图片 190" descr="聚类系数"/>
          <p:cNvPicPr>
            <a:picLocks noChangeAspect="1"/>
          </p:cNvPicPr>
          <p:nvPr/>
        </p:nvPicPr>
        <p:blipFill>
          <a:blip r:embed="rId14">
            <a:alphaModFix amt="91000"/>
          </a:blip>
          <a:stretch>
            <a:fillRect/>
          </a:stretch>
        </p:blipFill>
        <p:spPr>
          <a:xfrm>
            <a:off x="3390900" y="4763770"/>
            <a:ext cx="228600" cy="228600"/>
          </a:xfrm>
          <a:prstGeom prst="rect">
            <a:avLst/>
          </a:prstGeom>
        </p:spPr>
      </p:pic>
      <p:cxnSp>
        <p:nvCxnSpPr>
          <p:cNvPr id="21" name="直接箭头连接符 20"/>
          <p:cNvCxnSpPr/>
          <p:nvPr/>
        </p:nvCxnSpPr>
        <p:spPr>
          <a:xfrm rot="5400000" flipV="1">
            <a:off x="4914215" y="4478070"/>
            <a:ext cx="216000" cy="1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5" name="图片 24" descr="报告 (1)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67800" y="811530"/>
            <a:ext cx="581660" cy="581660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9536430" y="831215"/>
            <a:ext cx="121793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solidFill>
                  <a:schemeClr val="bg2">
                    <a:lumMod val="50000"/>
                  </a:schemeClr>
                </a:solidFill>
              </a:rPr>
              <a:t>Current </a:t>
            </a:r>
            <a:r>
              <a:rPr lang="zh-CN" altLang="en-US" sz="1000" b="1">
                <a:solidFill>
                  <a:schemeClr val="bg2">
                    <a:lumMod val="50000"/>
                  </a:schemeClr>
                </a:solidFill>
              </a:rPr>
              <a:t>Environmental report</a:t>
            </a:r>
            <a:r>
              <a:rPr lang="en-US" altLang="zh-CN" sz="1000" b="1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n-US" altLang="zh-CN" sz="10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9402445" y="4185920"/>
            <a:ext cx="1154430" cy="73723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en-US" altLang="zh-CN" sz="1400" b="1"/>
              <a:t>Update synthetic data</a:t>
            </a:r>
            <a:endParaRPr lang="en-US" altLang="zh-CN" sz="1400" b="1"/>
          </a:p>
        </p:txBody>
      </p:sp>
      <p:cxnSp>
        <p:nvCxnSpPr>
          <p:cNvPr id="39" name="肘形连接符 38"/>
          <p:cNvCxnSpPr>
            <a:stCxn id="132" idx="2"/>
            <a:endCxn id="134" idx="0"/>
          </p:cNvCxnSpPr>
          <p:nvPr/>
        </p:nvCxnSpPr>
        <p:spPr>
          <a:xfrm rot="5400000">
            <a:off x="6193473" y="3799523"/>
            <a:ext cx="478790" cy="526415"/>
          </a:xfrm>
          <a:prstGeom prst="bentConnector3">
            <a:avLst>
              <a:gd name="adj1" fmla="val 49934"/>
            </a:avLst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9578975" y="2138045"/>
            <a:ext cx="12179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sym typeface="+mn-ea"/>
              </a:rPr>
              <a:t>synthetic data</a:t>
            </a:r>
            <a:endParaRPr lang="en-US" sz="10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527540" y="1473835"/>
            <a:ext cx="1217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solidFill>
                  <a:schemeClr val="bg2">
                    <a:lumMod val="25000"/>
                  </a:schemeClr>
                </a:solidFill>
                <a:sym typeface="+mn-ea"/>
              </a:rPr>
              <a:t>Knowledge</a:t>
            </a:r>
            <a:endParaRPr lang="en-US" altLang="zh-CN" sz="1000" b="1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r>
              <a:rPr lang="en-US" altLang="zh-CN" sz="1000" b="1">
                <a:solidFill>
                  <a:schemeClr val="bg2">
                    <a:lumMod val="25000"/>
                  </a:schemeClr>
                </a:solidFill>
                <a:sym typeface="+mn-ea"/>
              </a:rPr>
              <a:t>Corpus</a:t>
            </a:r>
            <a:endParaRPr lang="en-US" sz="1000" b="1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24" name="肘形连接符 23"/>
          <p:cNvCxnSpPr>
            <a:endCxn id="83" idx="3"/>
          </p:cNvCxnSpPr>
          <p:nvPr/>
        </p:nvCxnSpPr>
        <p:spPr>
          <a:xfrm rot="10800000" flipV="1">
            <a:off x="5980430" y="1072515"/>
            <a:ext cx="1727200" cy="186055"/>
          </a:xfrm>
          <a:prstGeom prst="bentConnector3">
            <a:avLst>
              <a:gd name="adj1" fmla="val 50000"/>
            </a:avLst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6126480" y="802005"/>
            <a:ext cx="16903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synthesis data update</a:t>
            </a:r>
            <a:endParaRPr lang="en-US" altLang="zh-CN" sz="1000" b="1"/>
          </a:p>
        </p:txBody>
      </p:sp>
      <p:cxnSp>
        <p:nvCxnSpPr>
          <p:cNvPr id="30" name="肘形连接符 29"/>
          <p:cNvCxnSpPr>
            <a:stCxn id="144" idx="2"/>
          </p:cNvCxnSpPr>
          <p:nvPr/>
        </p:nvCxnSpPr>
        <p:spPr>
          <a:xfrm rot="5400000">
            <a:off x="6808470" y="1319530"/>
            <a:ext cx="214630" cy="1567815"/>
          </a:xfrm>
          <a:prstGeom prst="bentConnector2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6169660" y="2218055"/>
            <a:ext cx="16751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Determine task progress</a:t>
            </a:r>
            <a:endParaRPr lang="en-US" altLang="zh-CN" sz="1000" b="1"/>
          </a:p>
        </p:txBody>
      </p:sp>
      <p:sp>
        <p:nvSpPr>
          <p:cNvPr id="34" name="矩形 33"/>
          <p:cNvSpPr/>
          <p:nvPr/>
        </p:nvSpPr>
        <p:spPr>
          <a:xfrm>
            <a:off x="1912620" y="3677285"/>
            <a:ext cx="3469640" cy="137160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2244725" y="3636645"/>
            <a:ext cx="2841625" cy="267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N</a:t>
            </a:r>
            <a:r>
              <a:rPr lang="zh-CN" altLang="en-US" sz="1000" b="1">
                <a:solidFill>
                  <a:schemeClr val="tx1"/>
                </a:solidFill>
                <a:sym typeface="+mn-ea"/>
              </a:rPr>
              <a:t>ode sampling strategy</a:t>
            </a:r>
            <a:endParaRPr lang="zh-CN" altLang="en-US" sz="1000" b="1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44" name="直接箭头连接符 43"/>
          <p:cNvCxnSpPr/>
          <p:nvPr/>
        </p:nvCxnSpPr>
        <p:spPr>
          <a:xfrm flipH="1" flipV="1">
            <a:off x="4251325" y="1430020"/>
            <a:ext cx="561975" cy="254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 flipH="1" flipV="1">
            <a:off x="4191000" y="2206625"/>
            <a:ext cx="711835" cy="508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4536440" y="3249295"/>
            <a:ext cx="65278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solidFill>
                  <a:schemeClr val="bg2">
                    <a:lumMod val="25000"/>
                  </a:schemeClr>
                </a:solidFill>
              </a:rPr>
              <a:t>Dataset</a:t>
            </a:r>
            <a:endParaRPr lang="en-US" altLang="zh-CN" sz="1000"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71190" y="717550"/>
            <a:ext cx="65278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solidFill>
                  <a:schemeClr val="bg2">
                    <a:lumMod val="25000"/>
                  </a:schemeClr>
                </a:solidFill>
              </a:rPr>
              <a:t>Dataset</a:t>
            </a:r>
            <a:endParaRPr lang="en-US" altLang="zh-CN" sz="1000" b="1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27" name="图片 26" descr="数据库 (2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6905" y="213995"/>
            <a:ext cx="623570" cy="623570"/>
          </a:xfrm>
          <a:prstGeom prst="rect">
            <a:avLst/>
          </a:prstGeom>
        </p:spPr>
      </p:pic>
      <p:cxnSp>
        <p:nvCxnSpPr>
          <p:cNvPr id="45" name="直接箭头连接符 44"/>
          <p:cNvCxnSpPr>
            <a:endCxn id="23" idx="2"/>
          </p:cNvCxnSpPr>
          <p:nvPr/>
        </p:nvCxnSpPr>
        <p:spPr>
          <a:xfrm flipH="1" flipV="1">
            <a:off x="3497263" y="962343"/>
            <a:ext cx="5080" cy="26225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0" name="图片 4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60345" y="2847340"/>
            <a:ext cx="859155" cy="595630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32800" y="4231640"/>
            <a:ext cx="982980" cy="805815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847090" y="4666615"/>
            <a:ext cx="7239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 b="1">
                <a:solidFill>
                  <a:schemeClr val="bg2">
                    <a:lumMod val="50000"/>
                  </a:schemeClr>
                </a:solidFill>
              </a:rPr>
              <a:t>Synthesis Task</a:t>
            </a:r>
            <a:endParaRPr lang="zh-CN" alt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56" name="肘形连接符 55"/>
          <p:cNvCxnSpPr/>
          <p:nvPr/>
        </p:nvCxnSpPr>
        <p:spPr>
          <a:xfrm rot="5400000">
            <a:off x="375285" y="3845560"/>
            <a:ext cx="495935" cy="362585"/>
          </a:xfrm>
          <a:prstGeom prst="bentConnector3">
            <a:avLst>
              <a:gd name="adj1" fmla="val 5006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肘形连接符 56"/>
          <p:cNvCxnSpPr/>
          <p:nvPr/>
        </p:nvCxnSpPr>
        <p:spPr>
          <a:xfrm rot="16200000" flipH="1">
            <a:off x="737870" y="3845560"/>
            <a:ext cx="495935" cy="362585"/>
          </a:xfrm>
          <a:prstGeom prst="bentConnector3">
            <a:avLst>
              <a:gd name="adj1" fmla="val 5006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2" name="图片 61" descr="合成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2030" y="4308475"/>
            <a:ext cx="379095" cy="370205"/>
          </a:xfrm>
          <a:prstGeom prst="rect">
            <a:avLst/>
          </a:prstGeom>
        </p:spPr>
      </p:pic>
      <p:cxnSp>
        <p:nvCxnSpPr>
          <p:cNvPr id="63" name="肘形连接符 62"/>
          <p:cNvCxnSpPr/>
          <p:nvPr/>
        </p:nvCxnSpPr>
        <p:spPr>
          <a:xfrm rot="10800000" flipV="1">
            <a:off x="2656205" y="3124200"/>
            <a:ext cx="113665" cy="39052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7" name="图片 66" descr="合成 (2)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90190" y="3846195"/>
            <a:ext cx="232377" cy="226800"/>
          </a:xfrm>
          <a:prstGeom prst="rect">
            <a:avLst/>
          </a:prstGeom>
        </p:spPr>
      </p:pic>
      <p:pic>
        <p:nvPicPr>
          <p:cNvPr id="68" name="图片 67" descr="合成 (1)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91460" y="4149725"/>
            <a:ext cx="231140" cy="227330"/>
          </a:xfrm>
          <a:prstGeom prst="rect">
            <a:avLst/>
          </a:prstGeom>
        </p:spPr>
      </p:pic>
      <p:cxnSp>
        <p:nvCxnSpPr>
          <p:cNvPr id="70" name="肘形连接符 69"/>
          <p:cNvCxnSpPr>
            <a:endCxn id="67" idx="1"/>
          </p:cNvCxnSpPr>
          <p:nvPr/>
        </p:nvCxnSpPr>
        <p:spPr>
          <a:xfrm flipV="1">
            <a:off x="2361565" y="3959860"/>
            <a:ext cx="428625" cy="102235"/>
          </a:xfrm>
          <a:prstGeom prst="bentConnector3">
            <a:avLst>
              <a:gd name="adj1" fmla="val 5007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1" name="文本框 70"/>
          <p:cNvSpPr txBox="1"/>
          <p:nvPr/>
        </p:nvSpPr>
        <p:spPr>
          <a:xfrm>
            <a:off x="2925445" y="3799840"/>
            <a:ext cx="8985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 b="1">
                <a:solidFill>
                  <a:schemeClr val="bg2">
                    <a:lumMod val="50000"/>
                  </a:schemeClr>
                </a:solidFill>
              </a:rPr>
              <a:t>Semantic Enhancement</a:t>
            </a:r>
            <a:endParaRPr lang="zh-CN" alt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3016250" y="4104640"/>
            <a:ext cx="7842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 b="1">
                <a:solidFill>
                  <a:schemeClr val="bg2">
                    <a:lumMod val="50000"/>
                  </a:schemeClr>
                </a:solidFill>
              </a:rPr>
              <a:t>Topology Enhancement</a:t>
            </a:r>
            <a:endParaRPr lang="zh-CN" altLang="en-US" sz="800" b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3583940" y="3778885"/>
            <a:ext cx="803275" cy="386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buClrTx/>
              <a:buSzTx/>
              <a:buFontTx/>
            </a:pPr>
            <a:r>
              <a:rPr lang="zh-CN" altLang="en-US" sz="700" b="1">
                <a:solidFill>
                  <a:schemeClr val="accent6">
                    <a:lumMod val="50000"/>
                  </a:schemeClr>
                </a:solidFill>
              </a:rPr>
              <a:t>Louvain community clustering</a:t>
            </a:r>
            <a:endParaRPr lang="zh-CN" altLang="en-US" sz="700" b="1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3674745" y="4193540"/>
            <a:ext cx="761365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700" b="1">
                <a:solidFill>
                  <a:schemeClr val="accent1">
                    <a:lumMod val="50000"/>
                  </a:schemeClr>
                </a:solidFill>
              </a:rPr>
              <a:t>few-shot label</a:t>
            </a:r>
            <a:endParaRPr lang="zh-CN" altLang="en-US" sz="700" b="1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76" name="直接连接符 75"/>
          <p:cNvCxnSpPr/>
          <p:nvPr/>
        </p:nvCxnSpPr>
        <p:spPr>
          <a:xfrm>
            <a:off x="3666490" y="4006850"/>
            <a:ext cx="97790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3666490" y="4288155"/>
            <a:ext cx="97790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/>
          <p:nvPr/>
        </p:nvCxnSpPr>
        <p:spPr>
          <a:xfrm>
            <a:off x="4211320" y="3987165"/>
            <a:ext cx="165100" cy="13144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3" name="图片 8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38065" y="774065"/>
            <a:ext cx="1142365" cy="970280"/>
          </a:xfrm>
          <a:prstGeom prst="rect">
            <a:avLst/>
          </a:prstGeom>
        </p:spPr>
      </p:pic>
      <p:cxnSp>
        <p:nvCxnSpPr>
          <p:cNvPr id="85" name="肘形连接符 84"/>
          <p:cNvCxnSpPr>
            <a:stCxn id="43" idx="2"/>
            <a:endCxn id="77" idx="1"/>
          </p:cNvCxnSpPr>
          <p:nvPr/>
        </p:nvCxnSpPr>
        <p:spPr>
          <a:xfrm rot="5400000" flipV="1">
            <a:off x="1631315" y="1098550"/>
            <a:ext cx="676275" cy="1562735"/>
          </a:xfrm>
          <a:prstGeom prst="bentConnector2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1" name="文本框 90"/>
          <p:cNvSpPr txBox="1"/>
          <p:nvPr/>
        </p:nvSpPr>
        <p:spPr>
          <a:xfrm>
            <a:off x="3409315" y="1958340"/>
            <a:ext cx="802005" cy="604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sym typeface="+mn-ea"/>
              </a:rPr>
              <a:t>Iterative</a:t>
            </a:r>
            <a:endParaRPr lang="zh-CN" altLang="en-US" sz="1400" b="1">
              <a:sym typeface="+mn-ea"/>
            </a:endParaRPr>
          </a:p>
          <a:p>
            <a:pPr algn="ctr"/>
            <a:r>
              <a:rPr lang="zh-CN" altLang="en-US" sz="1400" b="1">
                <a:sym typeface="+mn-ea"/>
              </a:rPr>
              <a:t> loop</a:t>
            </a:r>
            <a:endParaRPr lang="zh-CN" altLang="en-US" sz="1400" b="1"/>
          </a:p>
          <a:p>
            <a:pPr algn="ctr"/>
            <a:endParaRPr lang="zh-CN" altLang="en-US" sz="1400" b="1"/>
          </a:p>
        </p:txBody>
      </p:sp>
      <p:grpSp>
        <p:nvGrpSpPr>
          <p:cNvPr id="55" name="组合 54"/>
          <p:cNvGrpSpPr/>
          <p:nvPr/>
        </p:nvGrpSpPr>
        <p:grpSpPr>
          <a:xfrm>
            <a:off x="6094095" y="4326890"/>
            <a:ext cx="441325" cy="519430"/>
            <a:chOff x="14789" y="9309"/>
            <a:chExt cx="695" cy="818"/>
          </a:xfrm>
        </p:grpSpPr>
        <p:sp>
          <p:nvSpPr>
            <p:cNvPr id="20" name="椭圆 19"/>
            <p:cNvSpPr/>
            <p:nvPr/>
          </p:nvSpPr>
          <p:spPr>
            <a:xfrm>
              <a:off x="15238" y="9608"/>
              <a:ext cx="246" cy="24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805" y="9883"/>
              <a:ext cx="246" cy="24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9" name="直接连接符 28"/>
            <p:cNvCxnSpPr/>
            <p:nvPr/>
          </p:nvCxnSpPr>
          <p:spPr>
            <a:xfrm flipH="1">
              <a:off x="15039" y="9790"/>
              <a:ext cx="247" cy="176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5" name="椭圆 34"/>
            <p:cNvSpPr/>
            <p:nvPr/>
          </p:nvSpPr>
          <p:spPr>
            <a:xfrm>
              <a:off x="14789" y="9309"/>
              <a:ext cx="246" cy="24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36" name="直接连接符 35"/>
            <p:cNvCxnSpPr>
              <a:stCxn id="35" idx="4"/>
              <a:endCxn id="22" idx="0"/>
            </p:cNvCxnSpPr>
            <p:nvPr/>
          </p:nvCxnSpPr>
          <p:spPr>
            <a:xfrm>
              <a:off x="14912" y="9553"/>
              <a:ext cx="16" cy="330"/>
            </a:xfrm>
            <a:prstGeom prst="line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58" name="图片 57" descr="实时采样数据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14790" y="1473835"/>
            <a:ext cx="476250" cy="476250"/>
          </a:xfrm>
          <a:prstGeom prst="rect">
            <a:avLst/>
          </a:prstGeom>
        </p:spPr>
      </p:pic>
      <p:pic>
        <p:nvPicPr>
          <p:cNvPr id="61" name="图片 6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63990" y="1984375"/>
            <a:ext cx="584200" cy="47879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U0NjMxYmIyMTZjNTFhZDYwZjcyNGZmZGU1MWNkMD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1017</Words>
  <Application>WPS 演示</Application>
  <PresentationFormat>宽屏</PresentationFormat>
  <Paragraphs>136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Calibri</vt:lpstr>
      <vt:lpstr>微软雅黑</vt:lpstr>
      <vt:lpstr>Arial Unicode MS</vt:lpstr>
      <vt:lpstr>Times New Roman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qbtj1</dc:creator>
  <cp:lastModifiedBy>Jack Du</cp:lastModifiedBy>
  <cp:revision>53</cp:revision>
  <dcterms:created xsi:type="dcterms:W3CDTF">2023-08-09T12:44:00Z</dcterms:created>
  <dcterms:modified xsi:type="dcterms:W3CDTF">2025-03-01T14:40:03Z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8513EE2B6A944B42BAA9CCBBF288EC66_13</vt:lpwstr>
  </property>
  <property fmtid="{D5CDD505-2E9C-101B-9397-08002B2CF9AE}" pid="3" name="KSOProductBuildVer">
    <vt:lpwstr>2052-12.1.0.20305</vt:lpwstr>
  </property>
</Properties>
</file>